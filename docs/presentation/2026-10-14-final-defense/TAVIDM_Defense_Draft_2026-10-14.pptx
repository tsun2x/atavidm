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8f55085bb824ecc" /><Relationship Type="http://schemas.openxmlformats.org/officeDocument/2006/relationships/extended-properties" Target="/docProps/app.xml" Id="Rbf222ea7a26140a8" /><Relationship Type="http://schemas.openxmlformats.org/officeDocument/2006/relationships/officeDocument" Target="/ppt/presentation.xml" Id="R1d5a97899ebb4d27" /></Relationships>
</file>

<file path=ppt/presentation.xml><?xml version="1.0" encoding="utf-8"?>
<p:presentation xmlns:p="http://schemas.openxmlformats.org/presentationml/2006/main">
  <p:sldMasterIdLst>
    <p:sldMasterId xmlns:r="http://schemas.openxmlformats.org/officeDocument/2006/relationships" id="2147483648" r:id="R5e9bd03d4fb34d95"/>
  </p:sldMasterIdLst>
  <p:notesMasterIdLst>
    <p:notesMasterId xmlns:r="http://schemas.openxmlformats.org/officeDocument/2006/relationships" r:id="R99794abdf7da4c45"/>
  </p:notesMasterIdLst>
  <p:sldIdLst>
    <p:sldId xmlns:r="http://schemas.openxmlformats.org/officeDocument/2006/relationships" id="256" r:id="R58fe7dcbea9046ee"/>
    <p:sldId xmlns:r="http://schemas.openxmlformats.org/officeDocument/2006/relationships" id="257" r:id="R88f189fcad7f458e"/>
    <p:sldId xmlns:r="http://schemas.openxmlformats.org/officeDocument/2006/relationships" id="258" r:id="Rfc3c1e15b63a4a78"/>
    <p:sldId xmlns:r="http://schemas.openxmlformats.org/officeDocument/2006/relationships" id="259" r:id="R9bf21df7526b4fa1"/>
    <p:sldId xmlns:r="http://schemas.openxmlformats.org/officeDocument/2006/relationships" id="260" r:id="R63291c31408a47ee"/>
    <p:sldId xmlns:r="http://schemas.openxmlformats.org/officeDocument/2006/relationships" id="261" r:id="Rf3bfdf2a6cb441ae"/>
    <p:sldId xmlns:r="http://schemas.openxmlformats.org/officeDocument/2006/relationships" id="262" r:id="R6322a97b4b474cfd"/>
    <p:sldId xmlns:r="http://schemas.openxmlformats.org/officeDocument/2006/relationships" id="263" r:id="Rdd31c86a173e41b0"/>
    <p:sldId xmlns:r="http://schemas.openxmlformats.org/officeDocument/2006/relationships" id="264" r:id="Rd89737e1967b4c58"/>
    <p:sldId xmlns:r="http://schemas.openxmlformats.org/officeDocument/2006/relationships" id="265" r:id="R13edfed097734172"/>
    <p:sldId xmlns:r="http://schemas.openxmlformats.org/officeDocument/2006/relationships" id="266" r:id="Re144a08460ac4d03"/>
    <p:sldId xmlns:r="http://schemas.openxmlformats.org/officeDocument/2006/relationships" id="267" r:id="R97773191e79e4d01"/>
    <p:sldId xmlns:r="http://schemas.openxmlformats.org/officeDocument/2006/relationships" id="268" r:id="Rd63959555fcb461e"/>
    <p:sldId xmlns:r="http://schemas.openxmlformats.org/officeDocument/2006/relationships" id="269" r:id="R5813d19557b44948"/>
    <p:sldId xmlns:r="http://schemas.openxmlformats.org/officeDocument/2006/relationships" id="270" r:id="R329772cb891e4b23"/>
  </p:sldIdLst>
  <p:sldSz cx="9144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1d3ac94c671949f0" /><Relationship Type="http://schemas.openxmlformats.org/officeDocument/2006/relationships/slideMaster" Target="/ppt/slideMasters/slideMaster1.xml" Id="R5e9bd03d4fb34d95" /><Relationship Type="http://schemas.openxmlformats.org/officeDocument/2006/relationships/notesMaster" Target="/ppt/notesMasters/notesMaster1.xml" Id="R99794abdf7da4c45" /><Relationship Type="http://schemas.openxmlformats.org/officeDocument/2006/relationships/presProps" Target="/ppt/presProps.xml" Id="Rf24deb922048405c" /><Relationship Type="http://schemas.openxmlformats.org/officeDocument/2006/relationships/viewProps" Target="/ppt/viewProps.xml" Id="R0e2fef4108dd482f" /><Relationship Type="http://schemas.openxmlformats.org/officeDocument/2006/relationships/tableStyles" Target="/ppt/tableStyles.xml" Id="Rb6199c069a704b38" /><Relationship Type="http://schemas.openxmlformats.org/officeDocument/2006/relationships/slide" Target="/ppt/slides/slide1.xml" Id="R58fe7dcbea9046ee" /><Relationship Type="http://schemas.openxmlformats.org/officeDocument/2006/relationships/slide" Target="/ppt/slides/slide2.xml" Id="R88f189fcad7f458e" /><Relationship Type="http://schemas.openxmlformats.org/officeDocument/2006/relationships/slide" Target="/ppt/slides/slide3.xml" Id="Rfc3c1e15b63a4a78" /><Relationship Type="http://schemas.openxmlformats.org/officeDocument/2006/relationships/slide" Target="/ppt/slides/slide4.xml" Id="R9bf21df7526b4fa1" /><Relationship Type="http://schemas.openxmlformats.org/officeDocument/2006/relationships/slide" Target="/ppt/slides/slide5.xml" Id="R63291c31408a47ee" /><Relationship Type="http://schemas.openxmlformats.org/officeDocument/2006/relationships/slide" Target="/ppt/slides/slide6.xml" Id="Rf3bfdf2a6cb441ae" /><Relationship Type="http://schemas.openxmlformats.org/officeDocument/2006/relationships/slide" Target="/ppt/slides/slide7.xml" Id="R6322a97b4b474cfd" /><Relationship Type="http://schemas.openxmlformats.org/officeDocument/2006/relationships/slide" Target="/ppt/slides/slide8.xml" Id="Rdd31c86a173e41b0" /><Relationship Type="http://schemas.openxmlformats.org/officeDocument/2006/relationships/slide" Target="/ppt/slides/slide9.xml" Id="Rd89737e1967b4c58" /><Relationship Type="http://schemas.openxmlformats.org/officeDocument/2006/relationships/slide" Target="/ppt/slides/slide10.xml" Id="R13edfed097734172" /><Relationship Type="http://schemas.openxmlformats.org/officeDocument/2006/relationships/slide" Target="/ppt/slides/slide11.xml" Id="Re144a08460ac4d03" /><Relationship Type="http://schemas.openxmlformats.org/officeDocument/2006/relationships/slide" Target="/ppt/slides/slide12.xml" Id="R97773191e79e4d01" /><Relationship Type="http://schemas.openxmlformats.org/officeDocument/2006/relationships/slide" Target="/ppt/slides/slide13.xml" Id="Rd63959555fcb461e" /><Relationship Type="http://schemas.openxmlformats.org/officeDocument/2006/relationships/slide" Target="/ppt/slides/slide14.xml" Id="R5813d19557b44948" /><Relationship Type="http://schemas.openxmlformats.org/officeDocument/2006/relationships/slide" Target="/ppt/slides/slide15.xml" Id="R329772cb891e4b2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bb895eb392a46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WMSU Template">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quit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d1772a9293e40f7" /><Relationship Type="http://schemas.openxmlformats.org/officeDocument/2006/relationships/notesMaster" Target="/ppt/notesMasters/notesMaster1.xml" Id="Rfa418d3444dd45e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ac127f759584a19" /><Relationship Type="http://schemas.openxmlformats.org/officeDocument/2006/relationships/notesMaster" Target="/ppt/notesMasters/notesMaster1.xml" Id="R33e38c3036424e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1bd221fafbf445c6" /><Relationship Type="http://schemas.openxmlformats.org/officeDocument/2006/relationships/notesMaster" Target="/ppt/notesMasters/notesMaster1.xml" Id="R91b11d06ddc240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456d610fccd840d3" /><Relationship Type="http://schemas.openxmlformats.org/officeDocument/2006/relationships/notesMaster" Target="/ppt/notesMasters/notesMaster1.xml" Id="R89f625aaa4d749b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f7ff4a4a0041f8" /><Relationship Type="http://schemas.openxmlformats.org/officeDocument/2006/relationships/notesMaster" Target="/ppt/notesMasters/notesMaster1.xml" Id="R0c04a0b2a5ef4513"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8efa17ddd84e80" /><Relationship Type="http://schemas.openxmlformats.org/officeDocument/2006/relationships/notesMaster" Target="/ppt/notesMasters/notesMaster1.xml" Id="R4f978de26430421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7d22f639a35470a" /><Relationship Type="http://schemas.openxmlformats.org/officeDocument/2006/relationships/notesMaster" Target="/ppt/notesMasters/notesMaster1.xml" Id="R125c0293f0404870" /></Relationships>
</file>

<file path=ppt/notesSlides/_rels/notesSlide8.xml.rels>&#65279;<?xml version="1.0" encoding="utf-8"?><Relationships xmlns="http://schemas.openxmlformats.org/package/2006/relationships"><Relationship Type="http://schemas.openxmlformats.org/officeDocument/2006/relationships/slide" Target="/ppt/slides/slide8.xml" Id="R46679c53535b4d79" /><Relationship Type="http://schemas.openxmlformats.org/officeDocument/2006/relationships/notesMaster" Target="/ppt/notesMasters/notesMaster1.xml" Id="R543dfa05ab3b4395" /></Relationships>
</file>

<file path=ppt/notesSlides/_rels/notesSlide9.xml.rels>&#65279;<?xml version="1.0" encoding="utf-8"?><Relationships xmlns="http://schemas.openxmlformats.org/package/2006/relationships"><Relationship Type="http://schemas.openxmlformats.org/officeDocument/2006/relationships/slide" Target="/ppt/slides/slide9.xml" Id="R8ba1cc548e1d4dee" /><Relationship Type="http://schemas.openxmlformats.org/officeDocument/2006/relationships/notesMaster" Target="/ppt/notesMasters/notesMaster1.xml" Id="Rd01f4b4cd2ee420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c7dfeb11eb4923" /><Relationship Type="http://schemas.openxmlformats.org/officeDocument/2006/relationships/notesMaster" Target="/ppt/notesMasters/notesMaster1.xml" Id="R3682ed60455b44e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cb5eefacf8422a" /><Relationship Type="http://schemas.openxmlformats.org/officeDocument/2006/relationships/notesMaster" Target="/ppt/notesMasters/notesMaster1.xml" Id="R1634708741954c4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34bb1c83201443f" /><Relationship Type="http://schemas.openxmlformats.org/officeDocument/2006/relationships/notesMaster" Target="/ppt/notesMasters/notesMaster1.xml" Id="R9fd9a0072f2c497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c74611b76514d0a" /><Relationship Type="http://schemas.openxmlformats.org/officeDocument/2006/relationships/notesMaster" Target="/ppt/notesMasters/notesMaster1.xml" Id="R0780dce302bb4b7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cbfde1e8e154cf7" /><Relationship Type="http://schemas.openxmlformats.org/officeDocument/2006/relationships/notesMaster" Target="/ppt/notesMasters/notesMaster1.xml" Id="R2e196d1dcab94d6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19853cca8e2456f" /><Relationship Type="http://schemas.openxmlformats.org/officeDocument/2006/relationships/notesMaster" Target="/ppt/notesMasters/notesMaster1.xml" Id="R3bf1c5d775914e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Working title from the technical background draft; official approval is unverified. Names are pending owner confirmation. Prepared 14 October 2026. Sources: docs/chapter3_2026-10-11/TAVIDM_Chapter_3_and_SOP.docx; docs/TAVIDM_TEAM_REFERENCE_2026-10-02.md (incomplete name list not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video input, detection, tracking, configured rules, saved candidates and human review. A candidate is not a final enforcement finding. Sources: app.py; core/video_processor.py; core/detector.py; core/tracker.py.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wording from docs/presentation/2026-10-15-midterm-defense-guide.md. Not verified against an approved manuscript; replace when the owner supplies it. Sources: the guide; app.py; core/violation_engine.py.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objective text is proposed wording from docs/presentation/2026-10-15-midterm-defense-guide.md, not approved manuscript text. The evaluation objective is not established as completed. Sources: the guide; core/detector.py; core/tracker.py; core/violation_engine.py; core/reports.py.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Provisional manifest: 6,280 train, 234 validation, 224 test images; 399 polygon rows converted; zero exact duplicates recorded. Bus supplement provenance is incomplete, weak-class QA is pending, and some held-out classes are below planning floors. Source: dataset/derived/tavidm_v9_merged_provisional_20260924/manifest.json.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YOLOv8m and ByteTrack are the current source-level detector/tracker contract. The existing template's noisy validation montages were removed; no current system screenshot was available. Exact loaded checkpoint and live inference were not verified. Sources: core/detector.py; core/tracker.py; core/model_capability.py; config/training/class_schema.json.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Runtime zones include no_parking, active_lane, pedestrian_crossing, truck_ban_zone, loading_unloading (displayed as No Loading/Unloading Zone), and restricted_lane. Annotations can also include lanes, directions, lines, markings and signs. Sources: core/scene_annotation.py; core/violation_engine.py.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canonical roster has 12 types: 4 implemented and 8 partial in the current registry. Model-dependent helmet and side-mirror rules remain capability- and evidence-gated. A score is not guilt probability. Sources: core/detection_config.py; core/violation_engine.py; core/model_capability.py.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inspection shows evidence identity checks for video, processing run and track. This is not browser verification; no review record was changed. Sources: app.py; core/vehicle_grouping.py; core/case_identity.py.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provisional manifest lists the split counts shown. The located pilot args use split=val; no held-out test metrics were found. The manifest records training_authorized=false and promotion_authorized=false. Sources: provisional_dataset_manifest.json; pilot_training_args.yaml; pilot_training_results_source.csv.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graph samples epoch 1 and every fifth epoch from the 60-row training log. Epoch 60 values: precision 0.3867, recall 0.34431, mAP50 0.29424, mAP50-95 0.1748. Dataset: tavidm_v9_merged_provisional_20260924; 234 validation images. The manifest marks training_authorized=false and promotion_authorized=false. args.yaml selects split=val. This is development evidence, not an independent test or enforcement result. Sources: dataset/training_runs/tavidm_v9_pilot_01_yolov8m/results.csv; args.yaml; dataset/derived/tavidm_v9_merged_provisional_20260924/data.yaml; manifest.json. Local commit eed689f45ec1653debb2bc66ade6e9d6b052a728; prepared 2026-10-14.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Editable source-level workflow diagram. The repository contains Flask routes, video processing, SQLite persistence, review, analytics and PDF/Excel report components. No local app launch, online readiness or end-to-end demo was verified. Sources: app.py; core/video_processor.py; core/reports.py; database/.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Draft conclusions pending approved thesis objectives. Registry status is source-level; metrics are provisional development validation, not field accuracy. Sources: core/detection_config.py; core/violation_engine.py; dataset/training_runs/tavidm_v9_pilot_01_yolov8m/results.csv; provisional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Recommendations follow the open checks in the provisional dataset manifest, current rule registry and grouping source. No new evaluation, test suite or live system run was performed for this deck. Sources: dataset/derived/tavidm_v9_merged_provisional_20260924/manifest.json; core/detection_config.py; core/vehicle_grouping.py.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readiness: the local app page required sign-in; no authorized demo session or interface screenshots were available. Roboflow route observed: https://app.roboflow.com/osumo-mark-christian-ebona/tavidm-sub-model-candidate-class/2; opening redirected to sign-in, so its contents were not verified. Public GitHub branch https://github.com/tsun2x/ATAVIDM/tree/cursor/phase-1-foundation showed e03bf20; local checkout is eed689f45ec1653debb2bc66ade6e9d6b052a728, one commit ahead and dirty. Rehearse the approved account, video, review record, report and internet connection. No online readiness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93b76770384d59" /><Relationship Type="http://schemas.openxmlformats.org/officeDocument/2006/relationships/image" Target="/ppt/media/image.png" Id="R37da20a757b74eea" /><Relationship Type="http://schemas.openxmlformats.org/officeDocument/2006/relationships/image" Target="/ppt/media/image2.png" Id="R7c36e25d30a24af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27b49223f324712" /><Relationship Type="http://schemas.openxmlformats.org/officeDocument/2006/relationships/image" Target="/ppt/media/image3.png" Id="R564a294bf5964485" /><Relationship Type="http://schemas.openxmlformats.org/officeDocument/2006/relationships/image" Target="/ppt/media/image4.png" Id="R1f10df525671499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a4e6b8c942f4986" /><Relationship Type="http://schemas.openxmlformats.org/officeDocument/2006/relationships/image" Target="/ppt/media/image.jpeg" Id="R9cc8fea740eb42b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b7925c397cd4fa4" /><Relationship Type="http://schemas.openxmlformats.org/officeDocument/2006/relationships/image" Target="/ppt/media/image4.png" Id="R5941d8393ee44e5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12be949d6fb4ca5" /><Relationship Type="http://schemas.openxmlformats.org/officeDocument/2006/relationships/image" Target="/ppt/media/image4.png" Id="R04f5ffa5eeb7416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1634a66cc7f43ac" /><Relationship Type="http://schemas.openxmlformats.org/officeDocument/2006/relationships/image" Target="/ppt/media/image4.png" Id="R99b688844e6a42c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c0f33560cb544e6" /><Relationship Type="http://schemas.openxmlformats.org/officeDocument/2006/relationships/image" Target="/ppt/media/image4.png" Id="R13646d668e91436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4269a3964e34c0a" /><Relationship Type="http://schemas.openxmlformats.org/officeDocument/2006/relationships/image" Target="/ppt/media/image4.png" Id="R4846dc25da52421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859b7d3ac7749ef"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37" name="Rectangle 36">
            <a:extLst xmlns:a="http://schemas.openxmlformats.org/drawingml/2006/main">
              <a:ext uri="{FF2B5EF4-FFF2-40B4-BE49-F238E27FC236}">
                <a16:creationId xmlns:a16="http://schemas.microsoft.com/office/drawing/2014/main" id="{9C7934F1-C8F2-4F37-A7AB-3A98115633D1}"/>
              </a:ext>
            </a:extLst>
          </p:cNvPr>
          <p:cNvSpPr>
            <a:spLocks xmlns:a="http://schemas.openxmlformats.org/drawingml/2006/main" noGrp="1"/>
          </p:cNvSpPr>
          <p:nvPr/>
        </p:nvSpPr>
        <p:spPr>
          <a:xfrm xmlns:a="http://schemas.openxmlformats.org/drawingml/2006/main">
            <a:off x="2590800" y="0"/>
            <a:ext cx="436463" cy="6858000"/>
          </a:xfrm>
          <a:prstGeom xmlns:a="http://schemas.openxmlformats.org/drawingml/2006/main" prst="rect">
            <a:avLst/>
          </a:prstGeom>
          <a:solidFill xmlns:a="http://schemas.openxmlformats.org/drawingml/2006/main">
            <a:srgbClr val="9A121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Rectangle 35">
            <a:extLst xmlns:a="http://schemas.openxmlformats.org/drawingml/2006/main">
              <a:ext uri="{FF2B5EF4-FFF2-40B4-BE49-F238E27FC236}">
                <a16:creationId xmlns:a16="http://schemas.microsoft.com/office/drawing/2014/main" id="{78828EBF-431A-48C0-B8ED-0AFE9E61F976}"/>
              </a:ext>
            </a:extLst>
          </p:cNvPr>
          <p:cNvSpPr>
            <a:spLocks xmlns:a="http://schemas.openxmlformats.org/drawingml/2006/main" noGrp="1"/>
          </p:cNvSpPr>
          <p:nvPr/>
        </p:nvSpPr>
        <p:spPr>
          <a:xfrm xmlns:a="http://schemas.openxmlformats.org/drawingml/2006/main">
            <a:off x="2382937" y="0"/>
            <a:ext cx="436463" cy="6858000"/>
          </a:xfrm>
          <a:prstGeom xmlns:a="http://schemas.openxmlformats.org/drawingml/2006/main" prst="rect">
            <a:avLst/>
          </a:prstGeom>
          <a:solidFill xmlns:a="http://schemas.openxmlformats.org/drawingml/2006/main">
            <a:srgbClr val="A9131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ectangle 11">
            <a:extLst xmlns:a="http://schemas.openxmlformats.org/drawingml/2006/main">
              <a:ext uri="{FF2B5EF4-FFF2-40B4-BE49-F238E27FC236}">
                <a16:creationId xmlns:a16="http://schemas.microsoft.com/office/drawing/2014/main" id="{65A199C7-1ABF-4E8B-92B0-4DD0AFC9ACC9}"/>
              </a:ext>
            </a:extLst>
          </p:cNvPr>
          <p:cNvSpPr>
            <a:spLocks xmlns:a="http://schemas.openxmlformats.org/drawingml/2006/main" noGrp="1"/>
          </p:cNvSpPr>
          <p:nvPr/>
        </p:nvSpPr>
        <p:spPr>
          <a:xfrm xmlns:a="http://schemas.openxmlformats.org/drawingml/2006/main">
            <a:off x="0" y="0"/>
            <a:ext cx="2611537" cy="6858000"/>
          </a:xfrm>
          <a:prstGeom xmlns:a="http://schemas.openxmlformats.org/drawingml/2006/main" prst="rect">
            <a:avLst/>
          </a:prstGeom>
          <a:solidFill xmlns:a="http://schemas.openxmlformats.org/drawingml/2006/main">
            <a:srgbClr val="BB151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35" name="Picture 3">
            <a:extLst xmlns:a="http://schemas.openxmlformats.org/drawingml/2006/main">
              <a:ext uri="{FF2B5EF4-FFF2-40B4-BE49-F238E27FC236}">
                <a16:creationId xmlns:a16="http://schemas.microsoft.com/office/drawing/2014/main" id="{EAD76290-B1AD-4BE2-8BE3-7ECEAE17832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7da20a757b74eea"/>
          <a:srcRect xmlns:a="http://schemas.openxmlformats.org/drawingml/2006/main" l="26600" t="0" r="27963" b="0"/>
          <a:stretch xmlns:a="http://schemas.openxmlformats.org/drawingml/2006/main"/>
        </p:blipFill>
        <p:spPr>
          <a:xfrm xmlns:a="http://schemas.openxmlformats.org/drawingml/2006/main">
            <a:off x="0" y="238387"/>
            <a:ext cx="3027263" cy="6358003"/>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B9CDFD85-1749-42F1-AA8D-BACBD2E8C8BD}"/>
              </a:ext>
            </a:extLst>
          </p:cNvPr>
          <p:cNvSpPr>
            <a:spLocks xmlns:a="http://schemas.openxmlformats.org/drawingml/2006/main" noGrp="1"/>
          </p:cNvSpPr>
          <p:nvPr>
            <p:ph type="ctrTitle" idx="0" hasCustomPrompt="1"/>
          </p:nvPr>
        </p:nvSpPr>
        <p:spPr>
          <a:xfrm xmlns:a="http://schemas.openxmlformats.org/drawingml/2006/main">
            <a:off x="3429000" y="381000"/>
            <a:ext cx="5486400" cy="3886199"/>
          </a:xfrm>
        </p:spPr>
        <p:txBody>
          <a:bodyPr xmlns:a="http://schemas.openxmlformats.org/drawingml/2006/main" anchor="b">
            <a:noAutofit/>
          </a:bodyPr>
          <a:lstStyle xmlns:a="http://schemas.openxmlformats.org/drawingml/2006/main">
            <a:lvl1pPr algn="ctr">
              <a:buNone/>
              <a:defRPr sz="6600" b="1" baseline="0">
                <a:solidFill>
                  <a:schemeClr val="tx1">
                    <a:lumMod val="75000"/>
                    <a:lumOff val="25000"/>
                  </a:schemeClr>
                </a:solidFill>
                <a:latin typeface="Arial"/>
                <a:ea typeface="Arial"/>
                <a:cs typeface="Arial"/>
              </a:defRPr>
            </a:lvl1pPr>
          </a:lstStyle>
          <a:p xmlns:a="http://schemas.openxmlformats.org/drawingml/2006/main">
            <a:r>
              <a:t>Your PPT Title Here</a:t>
            </a:r>
          </a:p>
        </p:txBody>
      </p:sp>
      <p:sp>
        <p:nvSpPr>
          <p:cNvPr id="3" name="Subtitle 2">
            <a:extLst xmlns:a="http://schemas.openxmlformats.org/drawingml/2006/main">
              <a:ext uri="{FF2B5EF4-FFF2-40B4-BE49-F238E27FC236}">
                <a16:creationId xmlns:a16="http://schemas.microsoft.com/office/drawing/2014/main" id="{F9D81615-E528-4A2A-AC62-EE81E2F4CE50}"/>
              </a:ext>
            </a:extLst>
          </p:cNvPr>
          <p:cNvSpPr>
            <a:spLocks xmlns:a="http://schemas.openxmlformats.org/drawingml/2006/main" noGrp="1"/>
          </p:cNvSpPr>
          <p:nvPr>
            <p:ph type="subTitle" idx="1" hasCustomPrompt="1"/>
          </p:nvPr>
        </p:nvSpPr>
        <p:spPr>
          <a:xfrm xmlns:a="http://schemas.openxmlformats.org/drawingml/2006/main">
            <a:off x="3429000" y="4419600"/>
            <a:ext cx="5486400" cy="1600200"/>
          </a:xfrm>
        </p:spPr>
        <p:txBody>
          <a:bodyPr xmlns:a="http://schemas.openxmlformats.org/drawingml/2006/main"/>
          <a:lstStyle xmlns:a="http://schemas.openxmlformats.org/drawingml/2006/main">
            <a:lvl1pPr marL="0" indent="0" algn="l">
              <a:buNone/>
              <a:defRPr>
                <a:solidFill>
                  <a:srgbClr val="680C0C"/>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Author/s’ name/s followed by the College name</a:t>
            </a:r>
          </a:p>
        </p:txBody>
      </p:sp>
      <p:sp>
        <p:nvSpPr>
          <p:cNvPr id="4" name="Date Placeholder 3">
            <a:extLst xmlns:a="http://schemas.openxmlformats.org/drawingml/2006/main">
              <a:ext uri="{FF2B5EF4-FFF2-40B4-BE49-F238E27FC236}">
                <a16:creationId xmlns:a16="http://schemas.microsoft.com/office/drawing/2014/main" id="{F31DA7E1-F8ED-46A0-BE28-11D510AD465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13C5775-14F7-4B67-BEFF-CDF15033A76A}" type="datetime1">
              <a:t>10/12/2026</a:t>
            </a:fld>
            <a:endParaRPr/>
          </a:p>
        </p:txBody>
      </p:sp>
      <p:sp>
        <p:nvSpPr>
          <p:cNvPr id="5" name="Footer Placeholder 4">
            <a:extLst xmlns:a="http://schemas.openxmlformats.org/drawingml/2006/main">
              <a:ext uri="{FF2B5EF4-FFF2-40B4-BE49-F238E27FC236}">
                <a16:creationId xmlns:a16="http://schemas.microsoft.com/office/drawing/2014/main" id="{69DFD79F-5D73-48D5-B0C6-FAFBF7F3615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F371B87-56E1-4848-AC4B-D8872F51A63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
        <p:nvSpPr>
          <p:cNvPr id="13" name="TextBox 12">
            <a:extLst xmlns:a="http://schemas.openxmlformats.org/drawingml/2006/main">
              <a:ext uri="{FF2B5EF4-FFF2-40B4-BE49-F238E27FC236}">
                <a16:creationId xmlns:a16="http://schemas.microsoft.com/office/drawing/2014/main" id="{741018C4-273A-4F98-9740-3C58CF4EE1F7}"/>
              </a:ext>
            </a:extLst>
          </p:cNvPr>
          <p:cNvSpPr>
            <a:spLocks xmlns:a="http://schemas.openxmlformats.org/drawingml/2006/main" noGrp="1"/>
          </p:cNvSpPr>
          <p:nvPr/>
        </p:nvSpPr>
        <p:spPr>
          <a:xfrm xmlns:a="http://schemas.openxmlformats.org/drawingml/2006/main">
            <a:off x="-126221" y="4334470"/>
            <a:ext cx="3189515" cy="9233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5400" b="1">
                <a:solidFill>
                  <a:schemeClr val="bg1"/>
                </a:solidFill>
                <a:latin typeface="Arial"/>
                <a:ea typeface="Arial"/>
                <a:cs typeface="Arial"/>
              </a:rPr>
              <a:t>WMSU</a:t>
            </a:r>
          </a:p>
        </p:txBody>
      </p:sp>
      <p:sp>
        <p:nvSpPr>
          <p:cNvPr id="16" name="Rectangle 15">
            <a:extLst xmlns:a="http://schemas.openxmlformats.org/drawingml/2006/main">
              <a:ext uri="{FF2B5EF4-FFF2-40B4-BE49-F238E27FC236}">
                <a16:creationId xmlns:a16="http://schemas.microsoft.com/office/drawing/2014/main" id="{213C5CB7-70B1-457B-963F-68D4C4C245BD}"/>
              </a:ext>
            </a:extLst>
          </p:cNvPr>
          <p:cNvSpPr>
            <a:spLocks xmlns:a="http://schemas.openxmlformats.org/drawingml/2006/main" noGrp="1"/>
          </p:cNvSpPr>
          <p:nvPr/>
        </p:nvSpPr>
        <p:spPr>
          <a:xfrm xmlns:a="http://schemas.openxmlformats.org/drawingml/2006/main">
            <a:off x="9067800" y="0"/>
            <a:ext cx="152400" cy="6858000"/>
          </a:xfrm>
          <a:prstGeom xmlns:a="http://schemas.openxmlformats.org/drawingml/2006/main" prst="rect">
            <a:avLst/>
          </a:prstGeom>
          <a:gradFill xmlns:a="http://schemas.openxmlformats.org/drawingml/2006/main">
            <a:gsLst>
              <a:gs pos="55395">
                <a:srgbClr val="DA1818"/>
              </a:gs>
              <a:gs pos="53000">
                <a:srgbClr val="BB1515"/>
              </a:gs>
              <a:gs pos="45000">
                <a:srgbClr val="E11919"/>
              </a:gs>
            </a:gsLst>
            <a:lin ang="540000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Straight Connector 17">
            <a:extLst xmlns:a="http://schemas.openxmlformats.org/drawingml/2006/main">
              <a:ext uri="{FF2B5EF4-FFF2-40B4-BE49-F238E27FC236}">
                <a16:creationId xmlns:a16="http://schemas.microsoft.com/office/drawing/2014/main" id="{DC2C2816-2139-4E91-A30A-2FFB74969A3B}"/>
              </a:ext>
            </a:extLst>
          </p:cNvPr>
          <p:cNvSpPr>
            <a:spLocks xmlns:a="http://schemas.openxmlformats.org/drawingml/2006/main" noGrp="1"/>
          </p:cNvSpPr>
          <p:nvPr/>
        </p:nvSpPr>
        <p:spPr>
          <a:xfrm xmlns:a="http://schemas.openxmlformats.org/drawingml/2006/main">
            <a:off x="325537" y="4419600"/>
            <a:ext cx="2286000" cy="0"/>
          </a:xfrm>
          <a:prstGeom xmlns:a="http://schemas.openxmlformats.org/drawingml/2006/main" prst="line">
            <a:avLst/>
          </a:prstGeom>
          <a:ln xmlns:a="http://schemas.openxmlformats.org/drawingml/2006/main" w="25400">
            <a:solidFill>
              <a:schemeClr val="bg1"/>
            </a:solidFill>
            <a:prstDash val="lgDashDot"/>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8" name="Picture 7">
            <a:extLst xmlns:a="http://schemas.openxmlformats.org/drawingml/2006/main">
              <a:ext uri="{FF2B5EF4-FFF2-40B4-BE49-F238E27FC236}">
                <a16:creationId xmlns:a16="http://schemas.microsoft.com/office/drawing/2014/main" id="{C7D11794-8751-4060-9ED5-A59A0AA1B792}"/>
              </a:ext>
            </a:extLst>
          </p:cNvPr>
          <p:cNvPicPr>
            <a:picLocks xmlns:a="http://schemas.openxmlformats.org/drawingml/2006/main" noChangeAspect="1"/>
          </p:cNvPicPr>
          <p:nvPr/>
        </p:nvPicPr>
        <p:blipFill>
          <a:blip xmlns:r="http://schemas.openxmlformats.org/officeDocument/2006/relationships" xmlns:a="http://schemas.openxmlformats.org/drawingml/2006/main" r:embed="R7c36e25d30a24af5"/>
          <a:stretch xmlns:a="http://schemas.openxmlformats.org/drawingml/2006/main">
            <a:fillRect l="0" t="0" r="0" b="0"/>
          </a:stretch>
        </p:blipFill>
        <p:spPr>
          <a:xfrm xmlns:a="http://schemas.openxmlformats.org/drawingml/2006/main">
            <a:off x="284742" y="1837667"/>
            <a:ext cx="2316426" cy="2316426"/>
          </a:xfrm>
          <a:prstGeom xmlns:a="http://schemas.openxmlformats.org/drawingml/2006/main" prst="rect">
            <a:avLst/>
          </a:prstGeom>
        </p:spPr>
      </p:pic>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543D5E1-38B2-457E-8E9F-00F9307603A3}"/>
              </a:ext>
            </a:extLst>
          </p:cNvPr>
          <p:cNvSpPr>
            <a:spLocks xmlns:a="http://schemas.openxmlformats.org/drawingml/2006/main" noGrp="1"/>
          </p:cNvSpPr>
          <p:nvPr>
            <p:ph type="title" idx="0"/>
          </p:nvPr>
        </p:nvSpPr>
        <p:spPr>
          <a:xfrm xmlns:a="http://schemas.openxmlformats.org/drawingml/2006/main">
            <a:off x="457200" y="838200"/>
            <a:ext cx="8229600" cy="655638"/>
          </a:xfrm>
        </p:spPr>
        <p:txBody>
          <a:bodyPr xmlns:a="http://schemas.openxmlformats.org/drawingml/2006/main">
            <a:noAutofit/>
          </a:bodyPr>
          <a:lstStyle xmlns:a="http://schemas.openxmlformats.org/drawingml/2006/main">
            <a:lvl1pPr algn="l">
              <a:buNone/>
              <a:defRPr sz="3600" b="1">
                <a:solidFill>
                  <a:schemeClr val="tx1">
                    <a:lumMod val="75000"/>
                    <a:lumOff val="25000"/>
                  </a:schemeClr>
                </a:solidFill>
                <a:latin typeface="Tahoma"/>
                <a:ea typeface="Tahoma"/>
                <a:cs typeface="Tahoma"/>
              </a:defRPr>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FFD306A-6471-4646-BBB2-A54CBB613F83}"/>
              </a:ext>
            </a:extLst>
          </p:cNvPr>
          <p:cNvSpPr>
            <a:spLocks xmlns:a="http://schemas.openxmlformats.org/drawingml/2006/main" noGrp="1"/>
          </p:cNvSpPr>
          <p:nvPr>
            <p:ph idx="1"/>
          </p:nvPr>
        </p:nvSpPr>
        <p:spPr>
          <a:xfrm xmlns:a="http://schemas.openxmlformats.org/drawingml/2006/main">
            <a:off x="457200" y="1676400"/>
            <a:ext cx="8229600" cy="4449763"/>
          </a:xfrm>
        </p:spPr>
        <p:txBody>
          <a:bodyPr xmlns:a="http://schemas.openxmlformats.org/drawingml/2006/main"/>
          <a:lstStyle xmlns:a="http://schemas.openxmlformats.org/drawingml/2006/main">
            <a:lvl1pPr>
              <a:buNone/>
              <a:defRPr>
                <a:solidFill>
                  <a:schemeClr val="tx1">
                    <a:lumMod val="85000"/>
                    <a:lumOff val="15000"/>
                  </a:schemeClr>
                </a:solidFill>
                <a:latin typeface="Arial"/>
                <a:ea typeface="Arial"/>
                <a:cs typeface="Arial"/>
              </a:defRPr>
            </a:lvl1pPr>
            <a:lvl2pPr>
              <a:buNone/>
              <a:defRPr>
                <a:solidFill>
                  <a:schemeClr val="tx1">
                    <a:lumMod val="85000"/>
                    <a:lumOff val="15000"/>
                  </a:schemeClr>
                </a:solidFill>
                <a:latin typeface="Arial"/>
                <a:ea typeface="Arial"/>
                <a:cs typeface="Arial"/>
              </a:defRPr>
            </a:lvl2pPr>
            <a:lvl3pPr>
              <a:buNone/>
              <a:defRPr>
                <a:solidFill>
                  <a:schemeClr val="tx1">
                    <a:lumMod val="85000"/>
                    <a:lumOff val="15000"/>
                  </a:schemeClr>
                </a:solidFill>
                <a:latin typeface="Arial"/>
                <a:ea typeface="Arial"/>
                <a:cs typeface="Arial"/>
              </a:defRPr>
            </a:lvl3pPr>
            <a:lvl4pPr>
              <a:buNone/>
              <a:defRPr>
                <a:solidFill>
                  <a:schemeClr val="tx1">
                    <a:lumMod val="85000"/>
                    <a:lumOff val="15000"/>
                  </a:schemeClr>
                </a:solidFill>
                <a:latin typeface="Arial"/>
                <a:ea typeface="Arial"/>
                <a:cs typeface="Arial"/>
              </a:defRPr>
            </a:lvl4pPr>
            <a:lvl5pPr>
              <a:buNone/>
              <a:defRPr>
                <a:solidFill>
                  <a:schemeClr val="tx1">
                    <a:lumMod val="85000"/>
                    <a:lumOff val="15000"/>
                  </a:schemeClr>
                </a:solidFill>
                <a:latin typeface="Arial"/>
                <a:ea typeface="Arial"/>
                <a:cs typeface="Aria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479F6B7D-0A07-473B-967C-2111E2C59B3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3C481CA-F601-416F-94B0-839D33299AAF}" type="datetime1">
              <a:t>10/12/2026</a:t>
            </a:fld>
            <a:endParaRPr/>
          </a:p>
        </p:txBody>
      </p:sp>
      <p:sp>
        <p:nvSpPr>
          <p:cNvPr id="5" name="Footer Placeholder 4">
            <a:extLst xmlns:a="http://schemas.openxmlformats.org/drawingml/2006/main">
              <a:ext uri="{FF2B5EF4-FFF2-40B4-BE49-F238E27FC236}">
                <a16:creationId xmlns:a16="http://schemas.microsoft.com/office/drawing/2014/main" id="{3DF638EF-2DBA-485B-A795-2FBEFDF8152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29DCC94-9647-4A14-B178-18173B3A28A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pic>
        <p:nvPicPr>
          <p:cNvPr id="8" name="Picture 7">
            <a:extLst xmlns:a="http://schemas.openxmlformats.org/drawingml/2006/main">
              <a:ext uri="{FF2B5EF4-FFF2-40B4-BE49-F238E27FC236}">
                <a16:creationId xmlns:a16="http://schemas.microsoft.com/office/drawing/2014/main" id="{BAE91EB1-E31D-4A2A-83C6-2643779E28AD}"/>
              </a:ext>
            </a:extLst>
          </p:cNvPr>
          <p:cNvPicPr>
            <a:picLocks xmlns:a="http://schemas.openxmlformats.org/drawingml/2006/main" noChangeAspect="1"/>
          </p:cNvPicPr>
          <p:nvPr/>
        </p:nvPicPr>
        <p:blipFill>
          <a:blip xmlns:r="http://schemas.openxmlformats.org/officeDocument/2006/relationships" xmlns:a="http://schemas.openxmlformats.org/drawingml/2006/main" r:embed="R564a294bf5964485"/>
          <a:stretch xmlns:a="http://schemas.openxmlformats.org/drawingml/2006/main">
            <a:fillRect l="0" t="0" r="0" b="0"/>
          </a:stretch>
        </p:blipFill>
        <p:spPr>
          <a:xfrm xmlns:a="http://schemas.openxmlformats.org/drawingml/2006/main">
            <a:off x="152400" y="763461"/>
            <a:ext cx="9144000" cy="682752"/>
          </a:xfrm>
          <a:prstGeom xmlns:a="http://schemas.openxmlformats.org/drawingml/2006/main" prst="rect">
            <a:avLst/>
          </a:prstGeom>
        </p:spPr>
      </p:pic>
      <p:pic>
        <p:nvPicPr>
          <p:cNvPr id="9" name="Picture 8">
            <a:extLst xmlns:a="http://schemas.openxmlformats.org/drawingml/2006/main">
              <a:ext uri="{FF2B5EF4-FFF2-40B4-BE49-F238E27FC236}">
                <a16:creationId xmlns:a16="http://schemas.microsoft.com/office/drawing/2014/main" id="{CC208933-573C-4E98-8CFA-31CAE88D6B4C}"/>
              </a:ext>
            </a:extLst>
          </p:cNvPr>
          <p:cNvPicPr>
            <a:picLocks xmlns:a="http://schemas.openxmlformats.org/drawingml/2006/main" noChangeAspect="1"/>
          </p:cNvPicPr>
          <p:nvPr/>
        </p:nvPicPr>
        <p:blipFill>
          <a:blip xmlns:r="http://schemas.openxmlformats.org/officeDocument/2006/relationships" xmlns:a="http://schemas.openxmlformats.org/drawingml/2006/main" r:embed="R1f10df525671499b"/>
          <a:stretch xmlns:a="http://schemas.openxmlformats.org/drawingml/2006/main">
            <a:fillRect l="0" t="0" r="0" b="0"/>
          </a:stretch>
        </p:blipFill>
        <p:spPr>
          <a:xfrm xmlns:a="http://schemas.openxmlformats.org/drawingml/2006/main">
            <a:off x="0" y="0"/>
            <a:ext cx="9144000" cy="682752"/>
          </a:xfrm>
          <a:prstGeom xmlns:a="http://schemas.openxmlformats.org/drawingml/2006/main" prst="rect">
            <a:avLst/>
          </a:prstGeom>
        </p:spPr>
      </p:pic>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694121-F8F1-416B-B8A4-9BE5E763C62B}"/>
              </a:ext>
            </a:extLst>
          </p:cNvPr>
          <p:cNvSpPr>
            <a:spLocks xmlns:a="http://schemas.openxmlformats.org/drawingml/2006/main" noGrp="1"/>
          </p:cNvSpPr>
          <p:nvPr>
            <p:ph type="title" idx="0"/>
          </p:nvPr>
        </p:nvSpPr>
        <p:spPr>
          <a:xfrm xmlns:a="http://schemas.openxmlformats.org/drawingml/2006/main">
            <a:off x="685800" y="1600200"/>
            <a:ext cx="7772400" cy="2743200"/>
          </a:xfrm>
        </p:spPr>
        <p:txBody>
          <a:bodyPr xmlns:a="http://schemas.openxmlformats.org/drawingml/2006/main" anchor="b">
            <a:noAutofit/>
          </a:bodyPr>
          <a:lstStyle xmlns:a="http://schemas.openxmlformats.org/drawingml/2006/main">
            <a:lvl1pPr algn="l">
              <a:buNone/>
              <a:defRPr sz="6000" b="1" cap="all">
                <a:solidFill>
                  <a:schemeClr val="tx1">
                    <a:lumMod val="75000"/>
                    <a:lumOff val="25000"/>
                  </a:schemeClr>
                </a:solidFill>
                <a:latin typeface="Tahoma"/>
                <a:ea typeface="Tahoma"/>
                <a:cs typeface="Tahoma"/>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40AB2CB5-7921-4F57-B07B-4521C6FA24EB}"/>
              </a:ext>
            </a:extLst>
          </p:cNvPr>
          <p:cNvSpPr>
            <a:spLocks xmlns:a="http://schemas.openxmlformats.org/drawingml/2006/main" noGrp="1"/>
          </p:cNvSpPr>
          <p:nvPr>
            <p:ph type="body" idx="1"/>
          </p:nvPr>
        </p:nvSpPr>
        <p:spPr>
          <a:xfrm xmlns:a="http://schemas.openxmlformats.org/drawingml/2006/main">
            <a:off x="685800" y="4419600"/>
            <a:ext cx="7772400" cy="1600199"/>
          </a:xfrm>
        </p:spPr>
        <p:txBody>
          <a:bodyPr xmlns:a="http://schemas.openxmlformats.org/drawingml/2006/main" anchor="t">
            <a:normAutofit/>
          </a:bodyPr>
          <a:lstStyle xmlns:a="http://schemas.openxmlformats.org/drawingml/2006/main">
            <a:lvl1pPr marL="0" indent="0">
              <a:buNone/>
              <a:defRPr sz="2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71718DF6-8A84-40BB-88BE-8D4AA3147CC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EC578F6-7A2E-4965-9EF1-A8BE0E94DFBD}" type="datetime1">
              <a:t>10/12/2026</a:t>
            </a:fld>
            <a:endParaRPr/>
          </a:p>
        </p:txBody>
      </p:sp>
      <p:sp>
        <p:nvSpPr>
          <p:cNvPr id="5" name="Footer Placeholder 4">
            <a:extLst xmlns:a="http://schemas.openxmlformats.org/drawingml/2006/main">
              <a:ext uri="{FF2B5EF4-FFF2-40B4-BE49-F238E27FC236}">
                <a16:creationId xmlns:a16="http://schemas.microsoft.com/office/drawing/2014/main" id="{B617B0D7-31AC-459E-8C42-3836195D19A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65D8E07-FE28-4184-A493-158AE6FBA9E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pic>
        <p:nvPicPr>
          <p:cNvPr id="10" name="Picture 9">
            <a:extLst xmlns:a="http://schemas.openxmlformats.org/drawingml/2006/main">
              <a:ext uri="{FF2B5EF4-FFF2-40B4-BE49-F238E27FC236}">
                <a16:creationId xmlns:a16="http://schemas.microsoft.com/office/drawing/2014/main" id="{3E9870B7-B912-4BA3-8CA4-932CD1735489}"/>
              </a:ext>
            </a:extLst>
          </p:cNvPr>
          <p:cNvPicPr>
            <a:picLocks xmlns:a="http://schemas.openxmlformats.org/drawingml/2006/main" noChangeAspect="1"/>
          </p:cNvPicPr>
          <p:nvPr/>
        </p:nvPicPr>
        <p:blipFill>
          <a:blip xmlns:r="http://schemas.openxmlformats.org/officeDocument/2006/relationships" xmlns:a="http://schemas.openxmlformats.org/drawingml/2006/main" r:embed="R9cc8fea740eb42b8"/>
          <a:stretch xmlns:a="http://schemas.openxmlformats.org/drawingml/2006/main">
            <a:fillRect l="0" t="0" r="0" b="0"/>
          </a:stretch>
        </p:blipFill>
        <p:spPr>
          <a:xfrm xmlns:a="http://schemas.openxmlformats.org/drawingml/2006/main">
            <a:off x="0" y="0"/>
            <a:ext cx="9144000" cy="1139952"/>
          </a:xfrm>
          <a:prstGeom xmlns:a="http://schemas.openxmlformats.org/drawingml/2006/main" prst="rect">
            <a:avLst/>
          </a:prstGeom>
        </p:spPr>
      </p:pic>
    </p:spTree>
  </p:cSld>
</p:sldLayout>
</file>

<file path=ppt/slideLayouts/slideLayout4.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FF0F3B9A-E0AB-41FA-8643-4B30F4924A96}"/>
              </a:ext>
            </a:extLst>
          </p:cNvPr>
          <p:cNvSpPr>
            <a:spLocks xmlns:a="http://schemas.openxmlformats.org/drawingml/2006/main" noGrp="1"/>
          </p:cNvSpPr>
          <p:nvPr>
            <p:ph idx="1"/>
          </p:nvPr>
        </p:nvSpPr>
        <p:spPr>
          <a:xfrm xmlns:a="http://schemas.openxmlformats.org/drawingml/2006/main">
            <a:off x="457200" y="1676400"/>
            <a:ext cx="4038600" cy="4449763"/>
          </a:xfrm>
        </p:spPr>
        <p:txBody>
          <a:bodyPr xmlns:a="http://schemas.openxmlformats.org/drawingml/2006/main"/>
          <a:lstStyle xmlns:a="http://schemas.openxmlformats.org/drawingml/2006/main">
            <a:lvl1pPr>
              <a:buNone/>
              <a:defRPr sz="2800">
                <a:solidFill>
                  <a:schemeClr val="tx1">
                    <a:lumMod val="85000"/>
                    <a:lumOff val="15000"/>
                  </a:schemeClr>
                </a:solidFill>
                <a:latin typeface="Arial"/>
                <a:ea typeface="Arial"/>
                <a:cs typeface="Arial"/>
              </a:defRPr>
            </a:lvl1pPr>
            <a:lvl2pPr>
              <a:buNone/>
              <a:defRPr sz="2400">
                <a:solidFill>
                  <a:schemeClr val="tx1">
                    <a:lumMod val="85000"/>
                    <a:lumOff val="15000"/>
                  </a:schemeClr>
                </a:solidFill>
                <a:latin typeface="Arial"/>
                <a:ea typeface="Arial"/>
                <a:cs typeface="Arial"/>
              </a:defRPr>
            </a:lvl2pPr>
            <a:lvl3pPr>
              <a:buNone/>
              <a:defRPr sz="2000">
                <a:solidFill>
                  <a:schemeClr val="tx1">
                    <a:lumMod val="85000"/>
                    <a:lumOff val="15000"/>
                  </a:schemeClr>
                </a:solidFill>
                <a:latin typeface="Arial"/>
                <a:ea typeface="Arial"/>
                <a:cs typeface="Arial"/>
              </a:defRPr>
            </a:lvl3pPr>
            <a:lvl4pPr>
              <a:buNone/>
              <a:defRPr sz="1800">
                <a:solidFill>
                  <a:schemeClr val="tx1">
                    <a:lumMod val="85000"/>
                    <a:lumOff val="15000"/>
                  </a:schemeClr>
                </a:solidFill>
                <a:latin typeface="Arial"/>
                <a:ea typeface="Arial"/>
                <a:cs typeface="Arial"/>
              </a:defRPr>
            </a:lvl4pPr>
            <a:lvl5pPr>
              <a:buNone/>
              <a:defRPr sz="1800">
                <a:solidFill>
                  <a:schemeClr val="tx1">
                    <a:lumMod val="85000"/>
                    <a:lumOff val="15000"/>
                  </a:schemeClr>
                </a:solidFill>
                <a:latin typeface="Arial"/>
                <a:ea typeface="Arial"/>
                <a:cs typeface="Arial"/>
              </a:defRPr>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EF264C47-E2D4-4449-BD05-C3F8E74F35B8}"/>
              </a:ext>
            </a:extLst>
          </p:cNvPr>
          <p:cNvSpPr>
            <a:spLocks xmlns:a="http://schemas.openxmlformats.org/drawingml/2006/main" noGrp="1"/>
          </p:cNvSpPr>
          <p:nvPr>
            <p:ph idx="2"/>
          </p:nvPr>
        </p:nvSpPr>
        <p:spPr>
          <a:xfrm xmlns:a="http://schemas.openxmlformats.org/drawingml/2006/main">
            <a:off x="4648200" y="1676400"/>
            <a:ext cx="4038600" cy="4449763"/>
          </a:xfrm>
        </p:spPr>
        <p:txBody>
          <a:bodyPr xmlns:a="http://schemas.openxmlformats.org/drawingml/2006/main"/>
          <a:lstStyle xmlns:a="http://schemas.openxmlformats.org/drawingml/2006/main">
            <a:lvl1pPr>
              <a:buNone/>
              <a:defRPr sz="2800">
                <a:solidFill>
                  <a:schemeClr val="tx1">
                    <a:lumMod val="85000"/>
                    <a:lumOff val="15000"/>
                  </a:schemeClr>
                </a:solidFill>
                <a:latin typeface="Arial"/>
                <a:ea typeface="Arial"/>
                <a:cs typeface="Arial"/>
              </a:defRPr>
            </a:lvl1pPr>
            <a:lvl2pPr>
              <a:buNone/>
              <a:defRPr sz="2400">
                <a:solidFill>
                  <a:schemeClr val="tx1">
                    <a:lumMod val="85000"/>
                    <a:lumOff val="15000"/>
                  </a:schemeClr>
                </a:solidFill>
                <a:latin typeface="Arial"/>
                <a:ea typeface="Arial"/>
                <a:cs typeface="Arial"/>
              </a:defRPr>
            </a:lvl2pPr>
            <a:lvl3pPr>
              <a:buNone/>
              <a:defRPr sz="2000">
                <a:solidFill>
                  <a:schemeClr val="tx1">
                    <a:lumMod val="85000"/>
                    <a:lumOff val="15000"/>
                  </a:schemeClr>
                </a:solidFill>
                <a:latin typeface="Arial"/>
                <a:ea typeface="Arial"/>
                <a:cs typeface="Arial"/>
              </a:defRPr>
            </a:lvl3pPr>
            <a:lvl4pPr>
              <a:buNone/>
              <a:defRPr sz="1800">
                <a:solidFill>
                  <a:schemeClr val="tx1">
                    <a:lumMod val="85000"/>
                    <a:lumOff val="15000"/>
                  </a:schemeClr>
                </a:solidFill>
                <a:latin typeface="Arial"/>
                <a:ea typeface="Arial"/>
                <a:cs typeface="Arial"/>
              </a:defRPr>
            </a:lvl4pPr>
            <a:lvl5pPr>
              <a:buNone/>
              <a:defRPr sz="1800">
                <a:solidFill>
                  <a:schemeClr val="tx1">
                    <a:lumMod val="85000"/>
                    <a:lumOff val="15000"/>
                  </a:schemeClr>
                </a:solidFill>
                <a:latin typeface="Arial"/>
                <a:ea typeface="Arial"/>
                <a:cs typeface="Arial"/>
              </a:defRPr>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26294D6B-9233-4040-9BFF-9BB797E18D3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FA0E61E-FB4D-41FA-894D-F50A40F5E8D3}" type="datetime1">
              <a:t>10/12/2026</a:t>
            </a:fld>
            <a:endParaRPr/>
          </a:p>
        </p:txBody>
      </p:sp>
      <p:sp>
        <p:nvSpPr>
          <p:cNvPr id="6" name="Footer Placeholder 5">
            <a:extLst xmlns:a="http://schemas.openxmlformats.org/drawingml/2006/main">
              <a:ext uri="{FF2B5EF4-FFF2-40B4-BE49-F238E27FC236}">
                <a16:creationId xmlns:a16="http://schemas.microsoft.com/office/drawing/2014/main" id="{F6EC81E6-0C3C-41F7-B8E0-17F492215BD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CB6C85CC-39D4-4506-BE18-E29C7573D3B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
        <p:nvSpPr>
          <p:cNvPr id="9" name="Title 1">
            <a:extLst xmlns:a="http://schemas.openxmlformats.org/drawingml/2006/main">
              <a:ext uri="{FF2B5EF4-FFF2-40B4-BE49-F238E27FC236}">
                <a16:creationId xmlns:a16="http://schemas.microsoft.com/office/drawing/2014/main" id="{D0F79AE0-0B29-47A5-B6AA-EA4288F2DB93}"/>
              </a:ext>
            </a:extLst>
          </p:cNvPr>
          <p:cNvSpPr>
            <a:spLocks xmlns:a="http://schemas.openxmlformats.org/drawingml/2006/main" noGrp="1"/>
          </p:cNvSpPr>
          <p:nvPr>
            <p:ph type="title" idx="0"/>
          </p:nvPr>
        </p:nvSpPr>
        <p:spPr>
          <a:xfrm xmlns:a="http://schemas.openxmlformats.org/drawingml/2006/main">
            <a:off x="457200" y="838200"/>
            <a:ext cx="8229600" cy="655638"/>
          </a:xfrm>
        </p:spPr>
        <p:txBody>
          <a:bodyPr xmlns:a="http://schemas.openxmlformats.org/drawingml/2006/main">
            <a:noAutofit/>
          </a:bodyPr>
          <a:lstStyle xmlns:a="http://schemas.openxmlformats.org/drawingml/2006/main">
            <a:lvl1pPr algn="l">
              <a:buNone/>
              <a:defRPr sz="3600" b="1">
                <a:solidFill>
                  <a:schemeClr val="tx1">
                    <a:lumMod val="75000"/>
                    <a:lumOff val="25000"/>
                  </a:schemeClr>
                </a:solidFill>
                <a:latin typeface="Tahoma"/>
                <a:ea typeface="Tahoma"/>
                <a:cs typeface="Tahoma"/>
              </a:defRPr>
            </a:lvl1pPr>
          </a:lstStyle>
          <a:p xmlns:a="http://schemas.openxmlformats.org/drawingml/2006/main">
            <a:r>
              <a:t>Click to edit Master title style</a:t>
            </a:r>
            <a:endParaRPr/>
          </a:p>
        </p:txBody>
      </p:sp>
      <p:pic>
        <p:nvPicPr>
          <p:cNvPr id="8" name="Picture 7">
            <a:extLst xmlns:a="http://schemas.openxmlformats.org/drawingml/2006/main">
              <a:ext uri="{FF2B5EF4-FFF2-40B4-BE49-F238E27FC236}">
                <a16:creationId xmlns:a16="http://schemas.microsoft.com/office/drawing/2014/main" id="{4F3B1C0D-F812-4EE8-8B95-B3CC89158239}"/>
              </a:ext>
            </a:extLst>
          </p:cNvPr>
          <p:cNvPicPr>
            <a:picLocks xmlns:a="http://schemas.openxmlformats.org/drawingml/2006/main" noChangeAspect="1"/>
          </p:cNvPicPr>
          <p:nvPr/>
        </p:nvPicPr>
        <p:blipFill>
          <a:blip xmlns:r="http://schemas.openxmlformats.org/officeDocument/2006/relationships" xmlns:a="http://schemas.openxmlformats.org/drawingml/2006/main" r:embed="R5941d8393ee44e5f"/>
          <a:stretch xmlns:a="http://schemas.openxmlformats.org/drawingml/2006/main">
            <a:fillRect l="0" t="0" r="0" b="0"/>
          </a:stretch>
        </p:blipFill>
        <p:spPr>
          <a:xfrm xmlns:a="http://schemas.openxmlformats.org/drawingml/2006/main">
            <a:off x="0" y="0"/>
            <a:ext cx="9144000" cy="682752"/>
          </a:xfrm>
          <a:prstGeom xmlns:a="http://schemas.openxmlformats.org/drawingml/2006/main" prst="rect">
            <a:avLst/>
          </a:prstGeom>
        </p:spPr>
      </p:pic>
    </p:spTree>
  </p:cSld>
</p:sldLayout>
</file>

<file path=ppt/slideLayouts/slideLayout5.xml><?xml version="1.0" encoding="utf-8"?>
<p:sldLayout xmlns:p="http://schemas.openxmlformats.org/presentationml/2006/main" preserve="1" userDrawn="1">
  <p:cSld name="Comparison">
    <p:spTree>
      <p:nvGrpSpPr>
        <p:cNvPr id="1" name=""/>
        <p:cNvGrpSpPr/>
        <p:nvPr/>
      </p:nvGrpSpPr>
      <p:grpSpPr>
        <a:xfrm xmlns:a="http://schemas.openxmlformats.org/drawingml/2006/main"/>
      </p:grpSpPr>
      <p:sp>
        <p:nvSpPr>
          <p:cNvPr id="3" name="Text Placeholder 2">
            <a:extLst xmlns:a="http://schemas.openxmlformats.org/drawingml/2006/main">
              <a:ext uri="{FF2B5EF4-FFF2-40B4-BE49-F238E27FC236}">
                <a16:creationId xmlns:a16="http://schemas.microsoft.com/office/drawing/2014/main" id="{C18AC270-EF97-4A47-AD4D-EBDA04F99609}"/>
              </a:ext>
            </a:extLst>
          </p:cNvPr>
          <p:cNvSpPr>
            <a:spLocks xmlns:a="http://schemas.openxmlformats.org/drawingml/2006/main" noGrp="1"/>
          </p:cNvSpPr>
          <p:nvPr>
            <p:ph type="body" idx="1"/>
          </p:nvPr>
        </p:nvSpPr>
        <p:spPr>
          <a:xfrm xmlns:a="http://schemas.openxmlformats.org/drawingml/2006/main">
            <a:off x="457200" y="1676400"/>
            <a:ext cx="4040188" cy="762000"/>
          </a:xfrm>
        </p:spPr>
        <p:txBody>
          <a:bodyPr xmlns:a="http://schemas.openxmlformats.org/drawingml/2006/main" anchor="b"/>
          <a:lstStyle xmlns:a="http://schemas.openxmlformats.org/drawingml/2006/main">
            <a:lvl1pPr marL="0" indent="0">
              <a:buNone/>
              <a:defRPr sz="2400" b="1">
                <a:latin typeface="Arial"/>
                <a:ea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7E1C2C50-C468-4A69-B465-FF567A8619AA}"/>
              </a:ext>
            </a:extLst>
          </p:cNvPr>
          <p:cNvSpPr>
            <a:spLocks xmlns:a="http://schemas.openxmlformats.org/drawingml/2006/main" noGrp="1"/>
          </p:cNvSpPr>
          <p:nvPr>
            <p:ph idx="2"/>
          </p:nvPr>
        </p:nvSpPr>
        <p:spPr>
          <a:xfrm xmlns:a="http://schemas.openxmlformats.org/drawingml/2006/main">
            <a:off x="457200" y="2576863"/>
            <a:ext cx="4040188" cy="3549299"/>
          </a:xfrm>
        </p:spPr>
        <p:txBody>
          <a:bodyPr xmlns:a="http://schemas.openxmlformats.org/drawingml/2006/main"/>
          <a:lstStyle xmlns:a="http://schemas.openxmlformats.org/drawingml/2006/main">
            <a:lvl1pPr>
              <a:buNone/>
              <a:defRPr sz="2400">
                <a:latin typeface="Arial"/>
                <a:ea typeface="Arial"/>
                <a:cs typeface="Arial"/>
              </a:defRPr>
            </a:lvl1pPr>
            <a:lvl2pPr>
              <a:buNone/>
              <a:defRPr sz="2000">
                <a:latin typeface="Arial"/>
                <a:ea typeface="Arial"/>
                <a:cs typeface="Arial"/>
              </a:defRPr>
            </a:lvl2pPr>
            <a:lvl3pPr>
              <a:buNone/>
              <a:defRPr sz="1800">
                <a:latin typeface="Arial"/>
                <a:ea typeface="Arial"/>
                <a:cs typeface="Arial"/>
              </a:defRPr>
            </a:lvl3pPr>
            <a:lvl4pPr>
              <a:buNone/>
              <a:defRPr sz="1600">
                <a:latin typeface="Arial"/>
                <a:ea typeface="Arial"/>
                <a:cs typeface="Arial"/>
              </a:defRPr>
            </a:lvl4pPr>
            <a:lvl5pPr>
              <a:buNone/>
              <a:defRPr sz="1600">
                <a:latin typeface="Arial"/>
                <a:ea typeface="Arial"/>
                <a:cs typeface="Arial"/>
              </a:defRPr>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23E3713E-1C41-4A6F-A434-AE568251A047}"/>
              </a:ext>
            </a:extLst>
          </p:cNvPr>
          <p:cNvSpPr>
            <a:spLocks xmlns:a="http://schemas.openxmlformats.org/drawingml/2006/main" noGrp="1"/>
          </p:cNvSpPr>
          <p:nvPr>
            <p:ph type="body" idx="3"/>
          </p:nvPr>
        </p:nvSpPr>
        <p:spPr>
          <a:xfrm xmlns:a="http://schemas.openxmlformats.org/drawingml/2006/main">
            <a:off x="4642456" y="1676400"/>
            <a:ext cx="4041775" cy="762000"/>
          </a:xfrm>
        </p:spPr>
        <p:txBody>
          <a:bodyPr xmlns:a="http://schemas.openxmlformats.org/drawingml/2006/main" anchor="b"/>
          <a:lstStyle xmlns:a="http://schemas.openxmlformats.org/drawingml/2006/main">
            <a:lvl1pPr marL="0" indent="0">
              <a:buNone/>
              <a:defRPr sz="2400" b="1">
                <a:latin typeface="Arial"/>
                <a:ea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963B029-681B-4A6D-92CB-B962B41F0792}"/>
              </a:ext>
            </a:extLst>
          </p:cNvPr>
          <p:cNvSpPr>
            <a:spLocks xmlns:a="http://schemas.openxmlformats.org/drawingml/2006/main" noGrp="1"/>
          </p:cNvSpPr>
          <p:nvPr>
            <p:ph idx="4"/>
          </p:nvPr>
        </p:nvSpPr>
        <p:spPr>
          <a:xfrm xmlns:a="http://schemas.openxmlformats.org/drawingml/2006/main">
            <a:off x="4645025" y="2576863"/>
            <a:ext cx="4041775" cy="3549299"/>
          </a:xfrm>
        </p:spPr>
        <p:txBody>
          <a:bodyPr xmlns:a="http://schemas.openxmlformats.org/drawingml/2006/main"/>
          <a:lstStyle xmlns:a="http://schemas.openxmlformats.org/drawingml/2006/main">
            <a:lvl1pPr>
              <a:buNone/>
              <a:defRPr sz="2400">
                <a:latin typeface="Arial"/>
                <a:ea typeface="Arial"/>
                <a:cs typeface="Arial"/>
              </a:defRPr>
            </a:lvl1pPr>
            <a:lvl2pPr>
              <a:buNone/>
              <a:defRPr sz="2000">
                <a:latin typeface="Arial"/>
                <a:ea typeface="Arial"/>
                <a:cs typeface="Arial"/>
              </a:defRPr>
            </a:lvl2pPr>
            <a:lvl3pPr>
              <a:buNone/>
              <a:defRPr sz="1800">
                <a:latin typeface="Arial"/>
                <a:ea typeface="Arial"/>
                <a:cs typeface="Arial"/>
              </a:defRPr>
            </a:lvl3pPr>
            <a:lvl4pPr>
              <a:buNone/>
              <a:defRPr sz="1600">
                <a:latin typeface="Arial"/>
                <a:ea typeface="Arial"/>
                <a:cs typeface="Arial"/>
              </a:defRPr>
            </a:lvl4pPr>
            <a:lvl5pPr>
              <a:buNone/>
              <a:defRPr sz="1600">
                <a:latin typeface="Arial"/>
                <a:ea typeface="Arial"/>
                <a:cs typeface="Arial"/>
              </a:defRPr>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0DC0BC01-E9FF-4025-98E8-1BE8CDA6ABA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25499B0-AC12-43A0-BF37-08DAF64E0A6D}" type="datetime1">
              <a:t>10/12/2026</a:t>
            </a:fld>
            <a:endParaRPr/>
          </a:p>
        </p:txBody>
      </p:sp>
      <p:sp>
        <p:nvSpPr>
          <p:cNvPr id="8" name="Footer Placeholder 7">
            <a:extLst xmlns:a="http://schemas.openxmlformats.org/drawingml/2006/main">
              <a:ext uri="{FF2B5EF4-FFF2-40B4-BE49-F238E27FC236}">
                <a16:creationId xmlns:a16="http://schemas.microsoft.com/office/drawing/2014/main" id="{0C4A6473-7DC5-4D41-BB5E-D0654A15F62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DCB2AA8E-F04D-4BB2-A1B5-8913DC8550A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
        <p:nvSpPr>
          <p:cNvPr id="25" name="Title 1">
            <a:extLst xmlns:a="http://schemas.openxmlformats.org/drawingml/2006/main">
              <a:ext uri="{FF2B5EF4-FFF2-40B4-BE49-F238E27FC236}">
                <a16:creationId xmlns:a16="http://schemas.microsoft.com/office/drawing/2014/main" id="{9D7F5B5A-4B9F-4302-A8A3-4426DCC65013}"/>
              </a:ext>
            </a:extLst>
          </p:cNvPr>
          <p:cNvSpPr>
            <a:spLocks xmlns:a="http://schemas.openxmlformats.org/drawingml/2006/main" noGrp="1"/>
          </p:cNvSpPr>
          <p:nvPr>
            <p:ph type="title" idx="0"/>
          </p:nvPr>
        </p:nvSpPr>
        <p:spPr>
          <a:xfrm xmlns:a="http://schemas.openxmlformats.org/drawingml/2006/main">
            <a:off x="457200" y="838200"/>
            <a:ext cx="8229600" cy="655638"/>
          </a:xfrm>
        </p:spPr>
        <p:txBody>
          <a:bodyPr xmlns:a="http://schemas.openxmlformats.org/drawingml/2006/main">
            <a:noAutofit/>
          </a:bodyPr>
          <a:lstStyle xmlns:a="http://schemas.openxmlformats.org/drawingml/2006/main">
            <a:lvl1pPr algn="l">
              <a:buNone/>
              <a:defRPr sz="3600" b="1">
                <a:solidFill>
                  <a:schemeClr val="tx1">
                    <a:lumMod val="75000"/>
                    <a:lumOff val="25000"/>
                  </a:schemeClr>
                </a:solidFill>
                <a:latin typeface="Tahoma"/>
                <a:ea typeface="Tahoma"/>
                <a:cs typeface="Tahoma"/>
              </a:defRPr>
            </a:lvl1pPr>
          </a:lstStyle>
          <a:p xmlns:a="http://schemas.openxmlformats.org/drawingml/2006/main">
            <a:r>
              <a:t>Click to edit Master title style</a:t>
            </a:r>
            <a:endParaRPr/>
          </a:p>
        </p:txBody>
      </p:sp>
      <p:pic>
        <p:nvPicPr>
          <p:cNvPr id="10" name="Picture 9">
            <a:extLst xmlns:a="http://schemas.openxmlformats.org/drawingml/2006/main">
              <a:ext uri="{FF2B5EF4-FFF2-40B4-BE49-F238E27FC236}">
                <a16:creationId xmlns:a16="http://schemas.microsoft.com/office/drawing/2014/main" id="{F0499CE2-38E6-48BD-BA82-8C25ADF71927}"/>
              </a:ext>
            </a:extLst>
          </p:cNvPr>
          <p:cNvPicPr>
            <a:picLocks xmlns:a="http://schemas.openxmlformats.org/drawingml/2006/main" noChangeAspect="1"/>
          </p:cNvPicPr>
          <p:nvPr/>
        </p:nvPicPr>
        <p:blipFill>
          <a:blip xmlns:r="http://schemas.openxmlformats.org/officeDocument/2006/relationships" xmlns:a="http://schemas.openxmlformats.org/drawingml/2006/main" r:embed="R04f5ffa5eeb74162"/>
          <a:stretch xmlns:a="http://schemas.openxmlformats.org/drawingml/2006/main">
            <a:fillRect l="0" t="0" r="0" b="0"/>
          </a:stretch>
        </p:blipFill>
        <p:spPr>
          <a:xfrm xmlns:a="http://schemas.openxmlformats.org/drawingml/2006/main">
            <a:off x="0" y="-20187"/>
            <a:ext cx="9144000" cy="682752"/>
          </a:xfrm>
          <a:prstGeom xmlns:a="http://schemas.openxmlformats.org/drawingml/2006/main" prst="rect">
            <a:avLst/>
          </a:prstGeom>
        </p:spPr>
      </p:pic>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7749F5-3652-4F6B-8252-B9B853E399E9}"/>
              </a:ext>
            </a:extLst>
          </p:cNvPr>
          <p:cNvSpPr>
            <a:spLocks xmlns:a="http://schemas.openxmlformats.org/drawingml/2006/main" noGrp="1"/>
          </p:cNvSpPr>
          <p:nvPr>
            <p:ph type="title" idx="0"/>
          </p:nvPr>
        </p:nvSpPr>
        <p:spPr>
          <a:xfrm xmlns:a="http://schemas.openxmlformats.org/drawingml/2006/main">
            <a:off x="457200" y="838200"/>
            <a:ext cx="8229600" cy="1143000"/>
          </a:xfrm>
        </p:spPr>
        <p:txBody>
          <a:bodyPr xmlns:a="http://schemas.openxmlformats.org/drawingml/2006/main">
            <a:normAutofit/>
          </a:bodyPr>
          <a:lstStyle xmlns:a="http://schemas.openxmlformats.org/drawingml/2006/main">
            <a:lvl1pPr>
              <a:buNone/>
              <a:defRPr sz="4200" b="1">
                <a:solidFill>
                  <a:schemeClr val="tx1">
                    <a:lumMod val="75000"/>
                    <a:lumOff val="25000"/>
                  </a:schemeClr>
                </a:solidFill>
                <a:latin typeface="Tahoma"/>
                <a:ea typeface="Tahoma"/>
                <a:cs typeface="Tahoma"/>
              </a:defRPr>
            </a:lvl1pPr>
          </a:lstStyle>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DF26D936-65A8-46BF-B9DB-5215DDD0CD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5FA499-4AF1-4DEF-BFF1-372D652F227E}" type="datetime1">
              <a:t>10/12/2026</a:t>
            </a:fld>
            <a:endParaRPr/>
          </a:p>
        </p:txBody>
      </p:sp>
      <p:sp>
        <p:nvSpPr>
          <p:cNvPr id="4" name="Footer Placeholder 3">
            <a:extLst xmlns:a="http://schemas.openxmlformats.org/drawingml/2006/main">
              <a:ext uri="{FF2B5EF4-FFF2-40B4-BE49-F238E27FC236}">
                <a16:creationId xmlns:a16="http://schemas.microsoft.com/office/drawing/2014/main" id="{48E62DA9-F4E1-437B-B060-AE228C2C9B8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CEF14A4D-B2D1-4F42-B168-4B653F5F66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pic>
        <p:nvPicPr>
          <p:cNvPr id="6" name="Picture 5">
            <a:extLst xmlns:a="http://schemas.openxmlformats.org/drawingml/2006/main">
              <a:ext uri="{FF2B5EF4-FFF2-40B4-BE49-F238E27FC236}">
                <a16:creationId xmlns:a16="http://schemas.microsoft.com/office/drawing/2014/main" id="{0373EFD3-8048-4279-A180-D07CF803D585}"/>
              </a:ext>
            </a:extLst>
          </p:cNvPr>
          <p:cNvPicPr>
            <a:picLocks xmlns:a="http://schemas.openxmlformats.org/drawingml/2006/main" noChangeAspect="1"/>
          </p:cNvPicPr>
          <p:nvPr/>
        </p:nvPicPr>
        <p:blipFill>
          <a:blip xmlns:r="http://schemas.openxmlformats.org/officeDocument/2006/relationships" xmlns:a="http://schemas.openxmlformats.org/drawingml/2006/main" r:embed="R99b688844e6a42c6"/>
          <a:stretch xmlns:a="http://schemas.openxmlformats.org/drawingml/2006/main">
            <a:fillRect l="0" t="0" r="0" b="0"/>
          </a:stretch>
        </p:blipFill>
        <p:spPr>
          <a:xfrm xmlns:a="http://schemas.openxmlformats.org/drawingml/2006/main">
            <a:off x="0" y="0"/>
            <a:ext cx="9144000" cy="682752"/>
          </a:xfrm>
          <a:prstGeom xmlns:a="http://schemas.openxmlformats.org/drawingml/2006/main" prst="rect">
            <a:avLst/>
          </a:prstGeom>
        </p:spPr>
      </p:pic>
    </p:spTree>
  </p:cSld>
</p:sldLayout>
</file>

<file path=ppt/slideLayouts/slideLayout7.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15926F3-F53F-418F-BF7A-FF4696FD5B14}"/>
              </a:ext>
            </a:extLst>
          </p:cNvPr>
          <p:cNvSpPr>
            <a:spLocks xmlns:a="http://schemas.openxmlformats.org/drawingml/2006/main" noGrp="1"/>
          </p:cNvSpPr>
          <p:nvPr>
            <p:ph type="title" idx="0"/>
          </p:nvPr>
        </p:nvSpPr>
        <p:spPr>
          <a:xfrm xmlns:a="http://schemas.openxmlformats.org/drawingml/2006/main">
            <a:off x="457200" y="838200"/>
            <a:ext cx="3008313" cy="99060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838FF13-F674-4431-AD73-794BCC00FAB4}"/>
              </a:ext>
            </a:extLst>
          </p:cNvPr>
          <p:cNvSpPr>
            <a:spLocks xmlns:a="http://schemas.openxmlformats.org/drawingml/2006/main" noGrp="1"/>
          </p:cNvSpPr>
          <p:nvPr>
            <p:ph idx="1"/>
          </p:nvPr>
        </p:nvSpPr>
        <p:spPr>
          <a:xfrm xmlns:a="http://schemas.openxmlformats.org/drawingml/2006/main">
            <a:off x="3575050" y="838200"/>
            <a:ext cx="5111750" cy="528796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40C0A88-1DC9-4047-9B74-8D403528AAFB}"/>
              </a:ext>
            </a:extLst>
          </p:cNvPr>
          <p:cNvSpPr>
            <a:spLocks xmlns:a="http://schemas.openxmlformats.org/drawingml/2006/main" noGrp="1"/>
          </p:cNvSpPr>
          <p:nvPr>
            <p:ph type="body" idx="2"/>
          </p:nvPr>
        </p:nvSpPr>
        <p:spPr>
          <a:xfrm xmlns:a="http://schemas.openxmlformats.org/drawingml/2006/main">
            <a:off x="457200" y="1828800"/>
            <a:ext cx="3008313" cy="42973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C02D300-415D-44C8-9C68-3B4DD72F0B8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B2E4BAE-5292-466A-97C7-A0FBF91EB181}" type="datetime1">
              <a:t>10/12/2026</a:t>
            </a:fld>
            <a:endParaRPr/>
          </a:p>
        </p:txBody>
      </p:sp>
      <p:sp>
        <p:nvSpPr>
          <p:cNvPr id="6" name="Footer Placeholder 5">
            <a:extLst xmlns:a="http://schemas.openxmlformats.org/drawingml/2006/main">
              <a:ext uri="{FF2B5EF4-FFF2-40B4-BE49-F238E27FC236}">
                <a16:creationId xmlns:a16="http://schemas.microsoft.com/office/drawing/2014/main" id="{BC2BA995-E0F5-4B21-8370-2B76C979665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AFFBC4F-23F7-42B2-A0B8-2F85D413A62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pic>
        <p:nvPicPr>
          <p:cNvPr id="9" name="Picture 8">
            <a:extLst xmlns:a="http://schemas.openxmlformats.org/drawingml/2006/main">
              <a:ext uri="{FF2B5EF4-FFF2-40B4-BE49-F238E27FC236}">
                <a16:creationId xmlns:a16="http://schemas.microsoft.com/office/drawing/2014/main" id="{4F410872-C9AE-4FFA-BE35-3EE6CE332583}"/>
              </a:ext>
            </a:extLst>
          </p:cNvPr>
          <p:cNvPicPr>
            <a:picLocks xmlns:a="http://schemas.openxmlformats.org/drawingml/2006/main" noChangeAspect="1"/>
          </p:cNvPicPr>
          <p:nvPr/>
        </p:nvPicPr>
        <p:blipFill>
          <a:blip xmlns:r="http://schemas.openxmlformats.org/officeDocument/2006/relationships" xmlns:a="http://schemas.openxmlformats.org/drawingml/2006/main" r:embed="R13646d668e914365"/>
          <a:stretch xmlns:a="http://schemas.openxmlformats.org/drawingml/2006/main">
            <a:fillRect l="0" t="0" r="0" b="0"/>
          </a:stretch>
        </p:blipFill>
        <p:spPr>
          <a:xfrm xmlns:a="http://schemas.openxmlformats.org/drawingml/2006/main">
            <a:off x="0" y="0"/>
            <a:ext cx="9144000" cy="682752"/>
          </a:xfrm>
          <a:prstGeom xmlns:a="http://schemas.openxmlformats.org/drawingml/2006/main" prst="rect">
            <a:avLst/>
          </a:prstGeom>
        </p:spPr>
      </p:pic>
    </p:spTree>
  </p:cSld>
</p:sldLayout>
</file>

<file path=ppt/slideLayouts/slideLayout8.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08FA37C-5552-47AD-9837-CCC22CDEC506}"/>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BECCC21C-2D16-460C-BABB-E67569DD0365}"/>
              </a:ext>
            </a:extLst>
          </p:cNvPr>
          <p:cNvSpPr>
            <a:spLocks xmlns:a="http://schemas.openxmlformats.org/drawingml/2006/main" noGrp="1"/>
          </p:cNvSpPr>
          <p:nvPr>
            <p:ph type="pic" idx="1"/>
          </p:nvPr>
        </p:nvSpPr>
        <p:spPr>
          <a:xfrm xmlns:a="http://schemas.openxmlformats.org/drawingml/2006/main">
            <a:off x="1792288" y="838199"/>
            <a:ext cx="5486400" cy="388937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Click icon to add picture</a:t>
            </a:r>
          </a:p>
        </p:txBody>
      </p:sp>
      <p:sp>
        <p:nvSpPr>
          <p:cNvPr id="4" name="Text Placeholder 3">
            <a:extLst xmlns:a="http://schemas.openxmlformats.org/drawingml/2006/main">
              <a:ext uri="{FF2B5EF4-FFF2-40B4-BE49-F238E27FC236}">
                <a16:creationId xmlns:a16="http://schemas.microsoft.com/office/drawing/2014/main" id="{6C51DBFC-DDAA-4EC3-B0D7-7BB95326E206}"/>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07E6AE0D-BB11-4584-A3EF-E3BA2CD845F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1CBEA0-B554-4DDA-926D-E6FF274AC015}" type="datetime1">
              <a:t>10/12/2026</a:t>
            </a:fld>
            <a:endParaRPr/>
          </a:p>
        </p:txBody>
      </p:sp>
      <p:sp>
        <p:nvSpPr>
          <p:cNvPr id="6" name="Footer Placeholder 5">
            <a:extLst xmlns:a="http://schemas.openxmlformats.org/drawingml/2006/main">
              <a:ext uri="{FF2B5EF4-FFF2-40B4-BE49-F238E27FC236}">
                <a16:creationId xmlns:a16="http://schemas.microsoft.com/office/drawing/2014/main" id="{D1D615A0-9B5E-42B3-A809-F2DAF484E30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C7254C1-AA0F-4CC6-B08F-E7CD9C9030E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pic>
        <p:nvPicPr>
          <p:cNvPr id="9" name="Picture 8">
            <a:extLst xmlns:a="http://schemas.openxmlformats.org/drawingml/2006/main">
              <a:ext uri="{FF2B5EF4-FFF2-40B4-BE49-F238E27FC236}">
                <a16:creationId xmlns:a16="http://schemas.microsoft.com/office/drawing/2014/main" id="{DC1DB6BB-7A13-433C-9780-5646D95F5C63}"/>
              </a:ext>
            </a:extLst>
          </p:cNvPr>
          <p:cNvPicPr>
            <a:picLocks xmlns:a="http://schemas.openxmlformats.org/drawingml/2006/main" noChangeAspect="1"/>
          </p:cNvPicPr>
          <p:nvPr/>
        </p:nvPicPr>
        <p:blipFill>
          <a:blip xmlns:r="http://schemas.openxmlformats.org/officeDocument/2006/relationships" xmlns:a="http://schemas.openxmlformats.org/drawingml/2006/main" r:embed="R4846dc25da52421d"/>
          <a:stretch xmlns:a="http://schemas.openxmlformats.org/drawingml/2006/main">
            <a:fillRect l="0" t="0" r="0" b="0"/>
          </a:stretch>
        </p:blipFill>
        <p:spPr>
          <a:xfrm xmlns:a="http://schemas.openxmlformats.org/drawingml/2006/main">
            <a:off x="0" y="0"/>
            <a:ext cx="9144000" cy="682752"/>
          </a:xfrm>
          <a:prstGeom xmlns:a="http://schemas.openxmlformats.org/drawingml/2006/main" prst="rect">
            <a:avLst/>
          </a:prstGeom>
        </p:spPr>
      </p:pic>
    </p:spTree>
  </p:cSld>
</p:sldLayout>
</file>

<file path=ppt/slideLayouts/slideLayout9.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B8EFF292-7398-4709-9D37-D91642B2228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8F8B068-1D8C-49D7-B19D-5D39AD9068F3}" type="datetime1">
              <a:t>10/12/2026</a:t>
            </a:fld>
            <a:endParaRPr/>
          </a:p>
        </p:txBody>
      </p:sp>
      <p:sp>
        <p:nvSpPr>
          <p:cNvPr id="3" name="Footer Placeholder 2">
            <a:extLst xmlns:a="http://schemas.openxmlformats.org/drawingml/2006/main">
              <a:ext uri="{FF2B5EF4-FFF2-40B4-BE49-F238E27FC236}">
                <a16:creationId xmlns:a16="http://schemas.microsoft.com/office/drawing/2014/main" id="{13B77557-A855-43BA-B5FA-67293D3CAE6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5A739BB3-8BAB-41BE-8FE6-DDA44D333F1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c46a367a044423" /><Relationship Type="http://schemas.openxmlformats.org/officeDocument/2006/relationships/slideLayout" Target="/ppt/slideLayouts/slideLayout1.xml" Id="Ree3643a322874615" /><Relationship Type="http://schemas.openxmlformats.org/officeDocument/2006/relationships/slideLayout" Target="/ppt/slideLayouts/slideLayout2.xml" Id="R6f4c5f705a364d33" /><Relationship Type="http://schemas.openxmlformats.org/officeDocument/2006/relationships/slideLayout" Target="/ppt/slideLayouts/slideLayout3.xml" Id="R7dc100dae67b47a2" /><Relationship Type="http://schemas.openxmlformats.org/officeDocument/2006/relationships/slideLayout" Target="/ppt/slideLayouts/slideLayout4.xml" Id="R0a617e85a6e949b3" /><Relationship Type="http://schemas.openxmlformats.org/officeDocument/2006/relationships/slideLayout" Target="/ppt/slideLayouts/slideLayout5.xml" Id="Rf56d36afb1764460" /><Relationship Type="http://schemas.openxmlformats.org/officeDocument/2006/relationships/slideLayout" Target="/ppt/slideLayouts/slideLayout6.xml" Id="Rba2583d6d4de4cff" /><Relationship Type="http://schemas.openxmlformats.org/officeDocument/2006/relationships/slideLayout" Target="/ppt/slideLayouts/slideLayout7.xml" Id="R7d1c0df2361d4577" /><Relationship Type="http://schemas.openxmlformats.org/officeDocument/2006/relationships/slideLayout" Target="/ppt/slideLayouts/slideLayout8.xml" Id="R4763151137554703" /><Relationship Type="http://schemas.openxmlformats.org/officeDocument/2006/relationships/slideLayout" Target="/ppt/slideLayouts/slideLayout9.xml" Id="Rb781949326b543c9" /></Relationships>
</file>

<file path=ppt/slideMasters/slideMaster1.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96D6FAB-165E-4576-832D-07284DB1F1E3}"/>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45FB22B0-F1A7-43F1-BACA-8CD8358C2F13}"/>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B2A90357-BE20-4A62-8C22-BE3D9359C510}"/>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7057F44D-9351-4BB7-BF74-3B58C5D970E7}" type="datetime1">
              <a:t>10/12/2026</a:t>
            </a:fld>
            <a:endParaRPr/>
          </a:p>
        </p:txBody>
      </p:sp>
      <p:sp>
        <p:nvSpPr>
          <p:cNvPr id="5" name="Footer Placeholder 4">
            <a:extLst xmlns:a="http://schemas.openxmlformats.org/drawingml/2006/main">
              <a:ext uri="{FF2B5EF4-FFF2-40B4-BE49-F238E27FC236}">
                <a16:creationId xmlns:a16="http://schemas.microsoft.com/office/drawing/2014/main" id="{F3919742-1ED1-4E8A-9EDD-11EC634FA317}"/>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A8F1A7A-80C4-4B2A-9556-6E810F68ABB0}"/>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3643a322874615"/>
    <p:sldLayoutId xmlns:r="http://schemas.openxmlformats.org/officeDocument/2006/relationships" id="2147483650" r:id="R6f4c5f705a364d33"/>
    <p:sldLayoutId xmlns:r="http://schemas.openxmlformats.org/officeDocument/2006/relationships" id="2147483651" r:id="R7dc100dae67b47a2"/>
    <p:sldLayoutId xmlns:r="http://schemas.openxmlformats.org/officeDocument/2006/relationships" id="2147483652" r:id="R0a617e85a6e949b3"/>
    <p:sldLayoutId xmlns:r="http://schemas.openxmlformats.org/officeDocument/2006/relationships" id="2147483653" r:id="Rf56d36afb1764460"/>
    <p:sldLayoutId xmlns:r="http://schemas.openxmlformats.org/officeDocument/2006/relationships" id="2147483654" r:id="Rba2583d6d4de4cff"/>
    <p:sldLayoutId xmlns:r="http://schemas.openxmlformats.org/officeDocument/2006/relationships" id="2147483655" r:id="R7d1c0df2361d4577"/>
    <p:sldLayoutId xmlns:r="http://schemas.openxmlformats.org/officeDocument/2006/relationships" id="2147483656" r:id="R4763151137554703"/>
    <p:sldLayoutId xmlns:r="http://schemas.openxmlformats.org/officeDocument/2006/relationships" id="2147483657" r:id="Rb781949326b543c9"/>
  </p:sldLayoutIdLst>
  <p:hf hdr="0" ftr="0" dt="0"/>
  <p:txStyles>
    <p:titleStyle>
      <a:lvl1pPr xmlns:a="http://schemas.openxmlformats.org/drawingml/2006/main" algn="ctr" defTabSz="914400">
        <a:spcBef>
          <a:spcPct val="0"/>
        </a:spcBef>
        <a:buNone/>
        <a:defRPr sz="4400" kern="1200">
          <a:solidFill>
            <a:schemeClr val="tx1"/>
          </a:solidFill>
          <a:latin typeface="Tahoma"/>
          <a:ea typeface="Tahoma"/>
          <a:cs typeface="Tahoma"/>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WMSU Template">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quit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0bdcf8a5de54c85" /><Relationship Type="http://schemas.openxmlformats.org/officeDocument/2006/relationships/notesSlide" Target="/ppt/notesSlides/notesSlide1.xml" Id="R9620cd0f51b945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a926f66be1b74dc2" /><Relationship Type="http://schemas.openxmlformats.org/officeDocument/2006/relationships/notesSlide" Target="/ppt/notesSlides/notesSlide2.xml" Id="Rd9fef7e109aa4c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e0b67f1ac10147b1" /><Relationship Type="http://schemas.openxmlformats.org/officeDocument/2006/relationships/notesSlide" Target="/ppt/notesSlides/notesSlide3.xml" Id="R7a827ae0240845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d6cc8c5d5081429f" /><Relationship Type="http://schemas.openxmlformats.org/officeDocument/2006/relationships/notesSlide" Target="/ppt/notesSlides/notesSlide4.xml" Id="Rac1a28c4563d4441"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8058f1f29ee14440" /><Relationship Type="http://schemas.openxmlformats.org/officeDocument/2006/relationships/notesSlide" Target="/ppt/notesSlides/notesSlide5.xml" Id="R7cbd2897f84e44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971168efe3f74fb4" /><Relationship Type="http://schemas.openxmlformats.org/officeDocument/2006/relationships/notesSlide" Target="/ppt/notesSlides/notesSlide6.xml" Id="R05698b456166498a"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ac7083a2d5fc439d" /><Relationship Type="http://schemas.openxmlformats.org/officeDocument/2006/relationships/notesSlide" Target="/ppt/notesSlides/notesSlide7.xml" Id="Ra3ab12049acd403a"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bde1285aada04c3f" /><Relationship Type="http://schemas.openxmlformats.org/officeDocument/2006/relationships/notesSlide" Target="/ppt/notesSlides/notesSlide8.xml" Id="R4aad729dca7740b8" /></Relationships>
</file>

<file path=ppt/slides/_rels/slide9.xml.rels>&#65279;<?xml version="1.0" encoding="utf-8"?><Relationships xmlns="http://schemas.openxmlformats.org/package/2006/relationships"><Relationship Type="http://schemas.openxmlformats.org/officeDocument/2006/relationships/slideLayout" Target="/ppt/slideLayouts/slideLayout4.xml" Id="R89390cbb6f9f4eaf" /><Relationship Type="http://schemas.openxmlformats.org/officeDocument/2006/relationships/notesSlide" Target="/ppt/notesSlides/notesSlide9.xml" Id="Ref1b73e17b7841f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976d82cf7e514268" /><Relationship Type="http://schemas.openxmlformats.org/officeDocument/2006/relationships/notesSlide" Target="/ppt/notesSlides/notesSlide10.xml" Id="R231d1f6e02c54b4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xml" Id="Rb7000dcfa0d24496" /><Relationship Type="http://schemas.openxmlformats.org/officeDocument/2006/relationships/chart" Target="/ppt/slides/charts/chart1.xml" Id="R6e07232bbd1a406f" /><Relationship Type="http://schemas.openxmlformats.org/officeDocument/2006/relationships/notesSlide" Target="/ppt/notesSlides/notesSlide11.xml" Id="R2a8ef980fc78491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4.xml" Id="Ra8cd16b57dbf4ba4" /><Relationship Type="http://schemas.openxmlformats.org/officeDocument/2006/relationships/notesSlide" Target="/ppt/notesSlides/notesSlide12.xml" Id="R81a90563e21443c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4.xml" Id="R82db5b3ba6b74ae9" /><Relationship Type="http://schemas.openxmlformats.org/officeDocument/2006/relationships/notesSlide" Target="/ppt/notesSlides/notesSlide13.xml" Id="Rfa88429a87d94af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4.xml" Id="R047658e52c5e4b2f" /><Relationship Type="http://schemas.openxmlformats.org/officeDocument/2006/relationships/notesSlide" Target="/ppt/notesSlides/notesSlide14.xml" Id="Raa7898b94e314a1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4.xml" Id="Raa468155ce474cb2" /><Relationship Type="http://schemas.openxmlformats.org/officeDocument/2006/relationships/notesSlide" Target="/ppt/notesSlides/notesSlide15.xml" Id="R0194ee1e39b44f4b"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t>Development validation metrics</a:t>
            </a:r>
          </a:p>
        </c:rich>
      </c:tx>
    </c:title>
    <c:plotArea>
      <c:lineChart>
        <c:grouping val="standard"/>
        <c:varyColors val="0"/>
        <c:ser>
          <c:idx val="0"/>
          <c:order val="0"/>
          <c:tx>
            <c:v>mAP@0.50</c:v>
          </c:tx>
          <c:spPr>
            <a:ln xmlns:a="http://schemas.openxmlformats.org/drawingml/2006/main" w="19050">
              <a:solidFill>
                <a:srgbClr val="B0161B"/>
              </a:solidFill>
              <a:prstDash val="solid"/>
            </a:ln>
          </c:spPr>
          <c:marker>
            <c:symbol val="none"/>
          </c:marker>
          <c:cat>
            <c:numLit>
              <c:formatCode>General</c:formatCode>
              <c:ptCount val="13"/>
              <c:pt idx="0">
                <c:v>1</c:v>
              </c:pt>
              <c:pt idx="1">
                <c:v>5</c:v>
              </c:pt>
              <c:pt idx="2">
                <c:v>10</c:v>
              </c:pt>
              <c:pt idx="3">
                <c:v>15</c:v>
              </c:pt>
              <c:pt idx="4">
                <c:v>20</c:v>
              </c:pt>
              <c:pt idx="5">
                <c:v>25</c:v>
              </c:pt>
              <c:pt idx="6">
                <c:v>30</c:v>
              </c:pt>
              <c:pt idx="7">
                <c:v>35</c:v>
              </c:pt>
              <c:pt idx="8">
                <c:v>40</c:v>
              </c:pt>
              <c:pt idx="9">
                <c:v>45</c:v>
              </c:pt>
              <c:pt idx="10">
                <c:v>50</c:v>
              </c:pt>
              <c:pt idx="11">
                <c:v>55</c:v>
              </c:pt>
              <c:pt idx="12">
                <c:v>60</c:v>
              </c:pt>
            </c:numLit>
          </c:cat>
          <c:val>
            <c:numLit>
              <c:formatCode>0%</c:formatCode>
              <c:ptCount val="13"/>
              <c:pt idx="0">
                <c:v>0.21266</c:v>
              </c:pt>
              <c:pt idx="1">
                <c:v>0.2937</c:v>
              </c:pt>
              <c:pt idx="2">
                <c:v>0.24796</c:v>
              </c:pt>
              <c:pt idx="3">
                <c:v>0.27881</c:v>
              </c:pt>
              <c:pt idx="4">
                <c:v>0.32416</c:v>
              </c:pt>
              <c:pt idx="5">
                <c:v>0.31231</c:v>
              </c:pt>
              <c:pt idx="6">
                <c:v>0.31539</c:v>
              </c:pt>
              <c:pt idx="7">
                <c:v>0.30727</c:v>
              </c:pt>
              <c:pt idx="8">
                <c:v>0.30728</c:v>
              </c:pt>
              <c:pt idx="9">
                <c:v>0.29349</c:v>
              </c:pt>
              <c:pt idx="10">
                <c:v>0.29521</c:v>
              </c:pt>
              <c:pt idx="11">
                <c:v>0.29881</c:v>
              </c:pt>
              <c:pt idx="12">
                <c:v>0.29424</c:v>
              </c:pt>
            </c:numLit>
          </c:val>
          <c:smooth val="0"/>
        </c:ser>
        <c:ser>
          <c:idx val="1"/>
          <c:order val="1"/>
          <c:tx>
            <c:v>mAP@0.50:0.95</c:v>
          </c:tx>
          <c:spPr>
            <a:ln xmlns:a="http://schemas.openxmlformats.org/drawingml/2006/main" w="19050">
              <a:solidFill>
                <a:srgbClr val="3E596D"/>
              </a:solidFill>
              <a:prstDash val="solid"/>
            </a:ln>
          </c:spPr>
          <c:marker>
            <c:symbol val="none"/>
          </c:marker>
          <c:cat>
            <c:numLit>
              <c:formatCode>General</c:formatCode>
              <c:ptCount val="13"/>
              <c:pt idx="0">
                <c:v>1</c:v>
              </c:pt>
              <c:pt idx="1">
                <c:v>5</c:v>
              </c:pt>
              <c:pt idx="2">
                <c:v>10</c:v>
              </c:pt>
              <c:pt idx="3">
                <c:v>15</c:v>
              </c:pt>
              <c:pt idx="4">
                <c:v>20</c:v>
              </c:pt>
              <c:pt idx="5">
                <c:v>25</c:v>
              </c:pt>
              <c:pt idx="6">
                <c:v>30</c:v>
              </c:pt>
              <c:pt idx="7">
                <c:v>35</c:v>
              </c:pt>
              <c:pt idx="8">
                <c:v>40</c:v>
              </c:pt>
              <c:pt idx="9">
                <c:v>45</c:v>
              </c:pt>
              <c:pt idx="10">
                <c:v>50</c:v>
              </c:pt>
              <c:pt idx="11">
                <c:v>55</c:v>
              </c:pt>
              <c:pt idx="12">
                <c:v>60</c:v>
              </c:pt>
            </c:numLit>
          </c:cat>
          <c:val>
            <c:numLit>
              <c:formatCode>0%</c:formatCode>
              <c:ptCount val="13"/>
              <c:pt idx="0">
                <c:v>0.12179</c:v>
              </c:pt>
              <c:pt idx="1">
                <c:v>0.16705</c:v>
              </c:pt>
              <c:pt idx="2">
                <c:v>0.13885</c:v>
              </c:pt>
              <c:pt idx="3">
                <c:v>0.16318</c:v>
              </c:pt>
              <c:pt idx="4">
                <c:v>0.19058</c:v>
              </c:pt>
              <c:pt idx="5">
                <c:v>0.18223</c:v>
              </c:pt>
              <c:pt idx="6">
                <c:v>0.18418</c:v>
              </c:pt>
              <c:pt idx="7">
                <c:v>0.1848</c:v>
              </c:pt>
              <c:pt idx="8">
                <c:v>0.18067</c:v>
              </c:pt>
              <c:pt idx="9">
                <c:v>0.17254</c:v>
              </c:pt>
              <c:pt idx="10">
                <c:v>0.1759</c:v>
              </c:pt>
              <c:pt idx="11">
                <c:v>0.17673</c:v>
              </c:pt>
              <c:pt idx="12">
                <c:v>0.1748</c:v>
              </c:pt>
            </c:numLit>
          </c:val>
          <c:smooth val="0"/>
        </c:ser>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Training epoch</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95959"/>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E6E6E6"/>
              </a:solidFill>
              <a:prstDash val="solid"/>
            </a:ln>
          </c:spPr>
        </c:majorGridlines>
        <c:title>
          <c:tx>
            <c:rich>
              <a:bodyPr xmlns:a="http://schemas.openxmlformats.org/drawingml/2006/main"/>
              <a:lstStyle xmlns:a="http://schemas.openxmlformats.org/drawingml/2006/main"/>
              <a:p xmlns:a="http://schemas.openxmlformats.org/drawingml/2006/main">
                <a:r>
                  <a:t>Validation mAP</a:t>
                </a:r>
              </a:p>
            </c:rich>
          </c:tx>
          <c:overlay val="0"/>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95959"/>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595959"/>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423EFEA2-8D11-4179-BC9B-3499736457B6}"/>
              </a:ext>
            </a:extLst>
          </p:cNvPr>
          <p:cNvSpPr>
            <a:spLocks xmlns:a="http://schemas.openxmlformats.org/drawingml/2006/main" noGrp="1"/>
          </p:cNvSpPr>
          <p:nvPr>
            <p:ph type="ctrTitle" idx="0"/>
          </p:nvPr>
        </p:nvSpPr>
        <p:spPr/>
        <p:txBody>
          <a:bodyPr xmlns:a="http://schemas.openxmlformats.org/drawingml/2006/main">
            <a:normAutofit fontScale="100000"/>
          </a:bodyPr>
          <a:lstStyle xmlns:a="http://schemas.openxmlformats.org/drawingml/2006/main">
            <a:defPPr algn="ctr">
              <a:defRPr sz="3450" b="1">
                <a:solidFill>
                  <a:srgbClr val="404040"/>
                </a:solidFill>
                <a:latin typeface="Arial"/>
                <a:ea typeface="Arial"/>
                <a:cs typeface="Arial"/>
              </a:defRPr>
            </a:defPPr>
          </a:lstStyle>
          <a:p xmlns:a="http://schemas.openxmlformats.org/drawingml/2006/main">
            <a:pPr algn="ctr">
              <a:defRPr sz="3450" b="1">
                <a:solidFill>
                  <a:srgbClr val="404040"/>
                </a:solidFill>
                <a:latin typeface="Arial"/>
                <a:ea typeface="Arial"/>
                <a:cs typeface="Arial"/>
              </a:defRPr>
            </a:pPr>
            <a:r>
              <a:rPr sz="3450" b="1">
                <a:solidFill>
                  <a:srgbClr val="404040"/>
                </a:solidFill>
                <a:latin typeface="Arial"/>
                <a:ea typeface="Arial"/>
                <a:cs typeface="Arial"/>
              </a:rPr>
              <a:t>TAVIDM: TRAFFIC VIOLATION DETECTION AND MONITORING SYSTEM USING COMPUTER VISION AND DEEP LEARNING</a:t>
            </a:r>
          </a:p>
        </p:txBody>
      </p:sp>
      <p:sp>
        <p:nvSpPr>
          <p:cNvPr id="2" name="Slide Number Placeholder 1">
            <a:extLst xmlns:a="http://schemas.openxmlformats.org/drawingml/2006/main">
              <a:ext uri="{FF2B5EF4-FFF2-40B4-BE49-F238E27FC236}">
                <a16:creationId xmlns:a16="http://schemas.microsoft.com/office/drawing/2014/main" id="{0D35133A-14CB-4EA6-8DF7-31DBF9F2B3F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1</a:t>
            </a:fld>
            <a:endParaRPr/>
          </a:p>
        </p:txBody>
      </p:sp>
      <p:sp>
        <p:nvSpPr>
          <p:cNvPr id="3" name="Subtitle 5">
            <a:extLst xmlns:a="http://schemas.openxmlformats.org/drawingml/2006/main">
              <a:ext uri="{FF2B5EF4-FFF2-40B4-BE49-F238E27FC236}">
                <a16:creationId xmlns:a16="http://schemas.microsoft.com/office/drawing/2014/main" id="{A39B6D48-BED0-B4B7-D117-6F0196FF2DF1}"/>
              </a:ext>
            </a:extLst>
          </p:cNvPr>
          <p:cNvSpPr>
            <a:spLocks xmlns:a="http://schemas.openxmlformats.org/drawingml/2006/main" noGrp="1"/>
          </p:cNvSpPr>
          <p:nvPr>
            <p:ph type="subTitle" idx="1"/>
          </p:nvPr>
        </p:nvSpPr>
        <p:spPr>
          <a:xfrm xmlns:a="http://schemas.openxmlformats.org/drawingml/2006/main">
            <a:off x="3275856" y="4653136"/>
            <a:ext cx="5486400" cy="1600200"/>
          </a:xfrm>
        </p:spPr>
        <p:txBody>
          <a:bodyPr xmlns:a="http://schemas.openxmlformats.org/drawingml/2006/main">
            <a:normAutofit fontScale="100000"/>
          </a:bodyPr>
          <a:lstStyle xmlns:a="http://schemas.openxmlformats.org/drawingml/2006/main">
            <a:defPPr>
              <a:defRPr sz="1800">
                <a:solidFill>
                  <a:srgbClr val="680C0C"/>
                </a:solidFill>
                <a:latin typeface="Calibri"/>
                <a:ea typeface="Calibri"/>
                <a:cs typeface="Calibri"/>
              </a:defRPr>
            </a:defPPr>
          </a:lstStyle>
          <a:p xmlns:a="http://schemas.openxmlformats.org/drawingml/2006/main">
            <a:pPr>
              <a:defRPr sz="1800">
                <a:solidFill>
                  <a:srgbClr val="680C0C"/>
                </a:solidFill>
                <a:latin typeface="Calibri"/>
                <a:ea typeface="Calibri"/>
                <a:cs typeface="Calibri"/>
              </a:defRPr>
            </a:pPr>
            <a:r>
              <a:rPr sz="1800" b="1">
                <a:solidFill>
                  <a:srgbClr val="680C0C"/>
                </a:solidFill>
                <a:latin typeface="Calibri"/>
                <a:ea typeface="Calibri"/>
                <a:cs typeface="Calibri"/>
              </a:rPr>
              <a:t>Proponents:</a:t>
            </a:r>
            <a:endParaRPr sz="2500" b="1"/>
          </a:p>
          <a:p xmlns:a="http://schemas.openxmlformats.org/drawingml/2006/main">
            <a:pPr>
              <a:defRPr sz="1800">
                <a:solidFill>
                  <a:srgbClr val="680C0C"/>
                </a:solidFill>
                <a:latin typeface="Calibri"/>
                <a:ea typeface="Calibri"/>
                <a:cs typeface="Calibri"/>
              </a:defRPr>
            </a:pPr>
            <a:r>
              <a:rPr sz="1800">
                <a:solidFill>
                  <a:srgbClr val="680C0C"/>
                </a:solidFill>
                <a:latin typeface="Calibri"/>
                <a:ea typeface="Calibri"/>
                <a:cs typeface="Calibri"/>
              </a:rPr>
              <a:t>Pending owner confirmation</a:t>
            </a:r>
          </a:p>
        </p:txBody>
      </p:sp>
      <p:sp>
        <p:nvSpPr>
          <p:cNvPr id="4" name="Subtitle 5">
            <a:extLst xmlns:a="http://schemas.openxmlformats.org/drawingml/2006/main">
              <a:ext uri="{FF2B5EF4-FFF2-40B4-BE49-F238E27FC236}">
                <a16:creationId xmlns:a16="http://schemas.microsoft.com/office/drawing/2014/main" id="{6C576E7B-B268-4656-93D1-0B0A9D68AF35}"/>
              </a:ext>
            </a:extLst>
          </p:cNvPr>
          <p:cNvSpPr>
            <a:spLocks xmlns:a="http://schemas.openxmlformats.org/drawingml/2006/main" noGrp="1"/>
          </p:cNvSpPr>
          <p:nvPr/>
        </p:nvSpPr>
        <p:spPr>
          <a:xfrm xmlns:a="http://schemas.openxmlformats.org/drawingml/2006/main">
            <a:off x="6019056" y="4653136"/>
            <a:ext cx="3015208" cy="1600200"/>
          </a:xfrm>
          <a:prstGeom xmlns:a="http://schemas.openxmlformats.org/drawingml/2006/main" prst="rect">
            <a:avLst/>
          </a:prstGeom>
        </p:spPr>
        <p:txBody>
          <a:bodyPr xmlns:a="http://schemas.openxmlformats.org/drawingml/2006/main" vert="horz" lIns="91440" tIns="45720" rIns="91440" bIns="45720">
            <a:normAutofit fontScale="100000"/>
          </a:bodyPr>
          <a:lstStyle xmlns:a="http://schemas.openxmlformats.org/drawingml/2006/main">
            <a:defPPr>
              <a:defRPr sz="1800">
                <a:solidFill>
                  <a:srgbClr val="680C0C"/>
                </a:solidFill>
                <a:latin typeface="Calibri"/>
                <a:ea typeface="Calibri"/>
                <a:cs typeface="Calibri"/>
              </a:defRPr>
            </a:defPPr>
            <a:lvl1pPr marL="0" indent="0" algn="l" defTabSz="914400">
              <a:spcBef>
                <a:spcPct val="20000"/>
              </a:spcBef>
              <a:buFont typeface="Arial"/>
              <a:buNone/>
              <a:defRPr sz="3200" kern="1200">
                <a:solidFill>
                  <a:srgbClr val="680C0C"/>
                </a:solidFill>
                <a:latin typeface="+mn-lt"/>
                <a:ea typeface="+mn-lt"/>
                <a:cs typeface="+mn-lt"/>
              </a:defRPr>
            </a:lvl1pPr>
            <a:lvl2pPr marL="457200" indent="0" algn="ctr" defTabSz="914400">
              <a:spcBef>
                <a:spcPct val="20000"/>
              </a:spcBef>
              <a:buFont typeface="Arial"/>
              <a:buNone/>
              <a:defRPr sz="2800" kern="1200">
                <a:solidFill>
                  <a:schemeClr val="tx1">
                    <a:tint val="75000"/>
                  </a:schemeClr>
                </a:solidFill>
                <a:latin typeface="+mn-lt"/>
                <a:ea typeface="+mn-lt"/>
                <a:cs typeface="+mn-lt"/>
              </a:defRPr>
            </a:lvl2pPr>
            <a:lvl3pPr marL="914400" indent="0" algn="ctr" defTabSz="914400">
              <a:spcBef>
                <a:spcPct val="20000"/>
              </a:spcBef>
              <a:buFont typeface="Arial"/>
              <a:buNone/>
              <a:defRPr sz="2400" kern="1200">
                <a:solidFill>
                  <a:schemeClr val="tx1">
                    <a:tint val="75000"/>
                  </a:schemeClr>
                </a:solidFill>
                <a:latin typeface="+mn-lt"/>
                <a:ea typeface="+mn-lt"/>
                <a:cs typeface="+mn-lt"/>
              </a:defRPr>
            </a:lvl3pPr>
            <a:lvl4pPr marL="1371600" indent="0" algn="ctr" defTabSz="914400">
              <a:spcBef>
                <a:spcPct val="20000"/>
              </a:spcBef>
              <a:buFont typeface="Arial"/>
              <a:buNone/>
              <a:defRPr sz="2000" kern="1200">
                <a:solidFill>
                  <a:schemeClr val="tx1">
                    <a:tint val="75000"/>
                  </a:schemeClr>
                </a:solidFill>
                <a:latin typeface="+mn-lt"/>
                <a:ea typeface="+mn-lt"/>
                <a:cs typeface="+mn-lt"/>
              </a:defRPr>
            </a:lvl4pPr>
            <a:lvl5pPr marL="1828800" indent="0" algn="ctr" defTabSz="914400">
              <a:spcBef>
                <a:spcPct val="20000"/>
              </a:spcBef>
              <a:buFont typeface="Arial"/>
              <a:buNone/>
              <a:defRPr sz="2000" kern="1200">
                <a:solidFill>
                  <a:schemeClr val="tx1">
                    <a:tint val="75000"/>
                  </a:schemeClr>
                </a:solidFill>
                <a:latin typeface="+mn-lt"/>
                <a:ea typeface="+mn-lt"/>
                <a:cs typeface="+mn-lt"/>
              </a:defRPr>
            </a:lvl5pPr>
            <a:lvl6pPr marL="2286000" indent="0" algn="ctr" defTabSz="914400">
              <a:spcBef>
                <a:spcPct val="20000"/>
              </a:spcBef>
              <a:buFont typeface="Arial"/>
              <a:buNone/>
              <a:defRPr sz="2000" kern="1200">
                <a:solidFill>
                  <a:schemeClr val="tx1">
                    <a:tint val="75000"/>
                  </a:schemeClr>
                </a:solidFill>
                <a:latin typeface="+mn-lt"/>
                <a:ea typeface="+mn-lt"/>
                <a:cs typeface="+mn-lt"/>
              </a:defRPr>
            </a:lvl6pPr>
            <a:lvl7pPr marL="2743200" indent="0" algn="ctr" defTabSz="914400">
              <a:spcBef>
                <a:spcPct val="20000"/>
              </a:spcBef>
              <a:buFont typeface="Arial"/>
              <a:buNone/>
              <a:defRPr sz="2000" kern="1200">
                <a:solidFill>
                  <a:schemeClr val="tx1">
                    <a:tint val="75000"/>
                  </a:schemeClr>
                </a:solidFill>
                <a:latin typeface="+mn-lt"/>
                <a:ea typeface="+mn-lt"/>
                <a:cs typeface="+mn-lt"/>
              </a:defRPr>
            </a:lvl7pPr>
            <a:lvl8pPr marL="3200400" indent="0" algn="ctr" defTabSz="914400">
              <a:spcBef>
                <a:spcPct val="20000"/>
              </a:spcBef>
              <a:buFont typeface="Arial"/>
              <a:buNone/>
              <a:defRPr sz="2000" kern="1200">
                <a:solidFill>
                  <a:schemeClr val="tx1">
                    <a:tint val="75000"/>
                  </a:schemeClr>
                </a:solidFill>
                <a:latin typeface="+mn-lt"/>
                <a:ea typeface="+mn-lt"/>
                <a:cs typeface="+mn-lt"/>
              </a:defRPr>
            </a:lvl8pPr>
            <a:lvl9pPr marL="3657600" indent="0" algn="ctr" defTabSz="914400">
              <a:spcBef>
                <a:spcPct val="20000"/>
              </a:spcBef>
              <a:buFont typeface="Arial"/>
              <a:buNone/>
              <a:defRPr sz="2000" kern="1200">
                <a:solidFill>
                  <a:schemeClr val="tx1">
                    <a:tint val="75000"/>
                  </a:schemeClr>
                </a:solidFill>
                <a:latin typeface="+mn-lt"/>
                <a:ea typeface="+mn-lt"/>
                <a:cs typeface="+mn-lt"/>
              </a:defRPr>
            </a:lvl9pPr>
          </a:lstStyle>
          <a:p xmlns:a="http://schemas.openxmlformats.org/drawingml/2006/main">
            <a:pPr>
              <a:defRPr sz="1800">
                <a:solidFill>
                  <a:srgbClr val="680C0C"/>
                </a:solidFill>
                <a:latin typeface="Calibri"/>
                <a:ea typeface="Calibri"/>
                <a:cs typeface="Calibri"/>
              </a:defRPr>
            </a:pPr>
            <a:r>
              <a:rPr sz="1800" b="1">
                <a:solidFill>
                  <a:srgbClr val="680C0C"/>
                </a:solidFill>
                <a:latin typeface="Calibri"/>
                <a:ea typeface="Calibri"/>
                <a:cs typeface="Calibri"/>
              </a:rPr>
              <a:t>Thesis Adviser:</a:t>
            </a:r>
            <a:endParaRPr sz="2500" b="1"/>
          </a:p>
          <a:p xmlns:a="http://schemas.openxmlformats.org/drawingml/2006/main">
            <a:pPr>
              <a:defRPr sz="1800">
                <a:solidFill>
                  <a:srgbClr val="680C0C"/>
                </a:solidFill>
                <a:latin typeface="Calibri"/>
                <a:ea typeface="Calibri"/>
                <a:cs typeface="Calibri"/>
              </a:defRPr>
            </a:pPr>
            <a:r>
              <a:rPr sz="1800">
                <a:solidFill>
                  <a:srgbClr val="680C0C"/>
                </a:solidFill>
                <a:latin typeface="Calibri"/>
                <a:ea typeface="Calibri"/>
                <a:cs typeface="Calibri"/>
              </a:rPr>
              <a:t>Pending owner confirmation</a:t>
            </a:r>
            <a:endParaRPr sz="2500"/>
          </a:p>
        </p:txBody>
      </p:sp>
      <p:sp>
        <p:nvSpPr>
          <p:cNvPr id="6" name="Draft status">
            <a:extLst xmlns:a="http://schemas.openxmlformats.org/drawingml/2006/main">
              <a:ext uri="{FF2B5EF4-FFF2-40B4-BE49-F238E27FC236}">
                <a16:creationId xmlns:a16="http://schemas.microsoft.com/office/drawing/2014/main" id="{EBA95CF2-C2F4-40D3-8BE3-4367A0CCC351}"/>
              </a:ext>
            </a:extLst>
          </p:cNvPr>
          <p:cNvSpPr>
            <a:spLocks xmlns:a="http://schemas.openxmlformats.org/drawingml/2006/main" noGrp="1"/>
          </p:cNvSpPr>
          <p:nvPr/>
        </p:nvSpPr>
        <p:spPr>
          <a:xfrm xmlns:a="http://schemas.openxmlformats.org/drawingml/2006/main">
            <a:off x="3276600" y="5905500"/>
            <a:ext cx="5429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667"/>
          </a:bodyPr>
          <a:lstStyle xmlns:a="http://schemas.openxmlformats.org/drawingml/2006/main">
            <a:defPPr>
              <a:defRPr sz="1125" b="1">
                <a:solidFill>
                  <a:srgbClr val="7C1114"/>
                </a:solidFill>
                <a:latin typeface="Arial"/>
                <a:ea typeface="Arial"/>
                <a:cs typeface="Arial"/>
              </a:defRPr>
            </a:defPPr>
          </a:lstStyle>
          <a:p xmlns:a="http://schemas.openxmlformats.org/drawingml/2006/main">
            <a:pPr>
              <a:defRPr sz="1125" b="1">
                <a:solidFill>
                  <a:srgbClr val="7C1114"/>
                </a:solidFill>
                <a:latin typeface="Arial"/>
                <a:ea typeface="Arial"/>
                <a:cs typeface="Arial"/>
              </a:defRPr>
            </a:pPr>
            <a:r>
              <a:rPr sz="1125" b="1">
                <a:solidFill>
                  <a:srgbClr val="7C1114"/>
                </a:solidFill>
                <a:latin typeface="Arial"/>
                <a:ea typeface="Arial"/>
                <a:cs typeface="Arial"/>
              </a:rPr>
              <a:t>WORKING DRAFT • OFFICIAL DETAILS PENDING APPROVAL</a:t>
            </a:r>
          </a:p>
        </p:txBody>
      </p:sp>
    </p:spTree>
    <p:extLst>
      <p:ext uri="{BB962C8B-B14F-4D97-AF65-F5344CB8AC3E}">
        <p14:creationId xmlns:p14="http://schemas.microsoft.com/office/powerpoint/2010/main" val="159142684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18BFD791-EF47-4195-8F5E-1AF304527C2E}"/>
              </a:ext>
            </a:extLst>
          </p:cNvPr>
          <p:cNvSpPr>
            <a:spLocks xmlns:a="http://schemas.openxmlformats.org/drawingml/2006/main" noGrp="1"/>
          </p:cNvSpPr>
          <p:nvPr>
            <p:ph type="title" idx="0"/>
          </p:nvPr>
        </p:nvSpPr>
        <p:spPr>
          <a:xfrm xmlns:a="http://schemas.openxmlformats.org/drawingml/2006/main">
            <a:off x="685800" y="1349611"/>
            <a:ext cx="7772400" cy="576064"/>
          </a:xfrm>
        </p:spPr>
        <p:txBody>
          <a:bodyPr xmlns:a="http://schemas.openxmlformats.org/drawingml/2006/main"/>
          <a:lstStyle xmlns:a="http://schemas.openxmlformats.org/drawingml/2006/main"/>
          <a:p xmlns:a="http://schemas.openxmlformats.org/drawingml/2006/main">
            <a:pPr algn="ctr">
              <a:buNone/>
            </a:pPr>
            <a:r>
              <a:rPr sz="3600"/>
              <a:t>Introduction</a:t>
            </a:r>
          </a:p>
        </p:txBody>
      </p:sp>
      <p:sp>
        <p:nvSpPr>
          <p:cNvPr id="2" name="Slide Number Placeholder 1">
            <a:extLst xmlns:a="http://schemas.openxmlformats.org/drawingml/2006/main">
              <a:ext uri="{FF2B5EF4-FFF2-40B4-BE49-F238E27FC236}">
                <a16:creationId xmlns:a16="http://schemas.microsoft.com/office/drawing/2014/main" id="{BC789EE7-9108-44C7-9406-619D82BB0F1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2</a:t>
            </a:fld>
            <a:endParaRPr/>
          </a:p>
        </p:txBody>
      </p:sp>
      <p:sp>
        <p:nvSpPr>
          <p:cNvPr id="3" name="Text Placeholder 5">
            <a:extLst xmlns:a="http://schemas.openxmlformats.org/drawingml/2006/main">
              <a:ext uri="{FF2B5EF4-FFF2-40B4-BE49-F238E27FC236}">
                <a16:creationId xmlns:a16="http://schemas.microsoft.com/office/drawing/2014/main" id="{5A38EA84-0266-41D2-808F-4D04EF332E5D}"/>
              </a:ext>
            </a:extLst>
          </p:cNvPr>
          <p:cNvSpPr>
            <a:spLocks xmlns:a="http://schemas.openxmlformats.org/drawingml/2006/main" noGrp="1"/>
          </p:cNvSpPr>
          <p:nvPr>
            <p:ph type="body" idx="1"/>
          </p:nvPr>
        </p:nvSpPr>
        <p:spPr>
          <a:xfrm xmlns:a="http://schemas.openxmlformats.org/drawingml/2006/main">
            <a:off x="762000" y="2095500"/>
            <a:ext cx="7620000" cy="4095750"/>
          </a:xfrm>
        </p:spPr>
        <p:txBody>
          <a:bodyPr xmlns:a="http://schemas.openxmlformats.org/drawingml/2006/main">
            <a:normAutofit fontScale="100000"/>
          </a:bodyPr>
          <a:lstStyle xmlns:a="http://schemas.openxmlformats.org/drawingml/2006/main">
            <a:defPPr>
              <a:defRPr sz="2025">
                <a:solidFill>
                  <a:srgbClr val="595959"/>
                </a:solidFill>
                <a:latin typeface="Arial"/>
                <a:ea typeface="Arial"/>
                <a:cs typeface="Arial"/>
              </a:defRPr>
            </a:defPPr>
          </a:lstStyle>
          <a:p xmlns:a="http://schemas.openxmlformats.org/drawingml/2006/main">
            <a:pPr>
              <a:defRPr sz="2025">
                <a:solidFill>
                  <a:srgbClr val="595959"/>
                </a:solidFill>
                <a:latin typeface="Arial"/>
                <a:ea typeface="Arial"/>
                <a:cs typeface="Arial"/>
              </a:defRPr>
            </a:pPr>
            <a:r>
              <a:rPr sz="2025">
                <a:solidFill>
                  <a:srgbClr val="595959"/>
                </a:solidFill>
                <a:latin typeface="Arial"/>
                <a:ea typeface="Arial"/>
                <a:cs typeface="Arial"/>
              </a:rPr>
              <a:t>Traffic footage takes time to review and organize.</a:t>
            </a:r>
          </a:p>
          <a:p xmlns:a="http://schemas.openxmlformats.org/drawingml/2006/main">
            <a:r>
              <a:t/>
            </a:r>
            <a:endParaRPr sz="2200"/>
          </a:p>
          <a:p xmlns:a="http://schemas.openxmlformats.org/drawingml/2006/main">
            <a:pPr>
              <a:defRPr sz="2025">
                <a:solidFill>
                  <a:srgbClr val="595959"/>
                </a:solidFill>
                <a:latin typeface="Arial"/>
                <a:ea typeface="Arial"/>
                <a:cs typeface="Arial"/>
              </a:defRPr>
            </a:pPr>
            <a:r>
              <a:rPr sz="2025">
                <a:solidFill>
                  <a:srgbClr val="595959"/>
                </a:solidFill>
                <a:latin typeface="Arial"/>
                <a:ea typeface="Arial"/>
                <a:cs typeface="Arial"/>
              </a:rPr>
              <a:t>TAVIDM uses computer vision to detect road users and track their movement across video frames.</a:t>
            </a:r>
          </a:p>
          <a:p xmlns:a="http://schemas.openxmlformats.org/drawingml/2006/main">
            <a:r>
              <a:t/>
            </a:r>
            <a:endParaRPr sz="2200"/>
          </a:p>
          <a:p xmlns:a="http://schemas.openxmlformats.org/drawingml/2006/main">
            <a:pPr>
              <a:defRPr sz="2025">
                <a:solidFill>
                  <a:srgbClr val="595959"/>
                </a:solidFill>
                <a:latin typeface="Arial"/>
                <a:ea typeface="Arial"/>
                <a:cs typeface="Arial"/>
              </a:defRPr>
            </a:pPr>
            <a:r>
              <a:rPr sz="2025">
                <a:solidFill>
                  <a:srgbClr val="595959"/>
                </a:solidFill>
                <a:latin typeface="Arial"/>
                <a:ea typeface="Arial"/>
                <a:cs typeface="Arial"/>
              </a:rPr>
              <a:t>Configured road zones and rules help flag possible events and collect evidence for review.</a:t>
            </a:r>
            <a:endParaRPr sz="2200">
              <a:latin typeface="+mj-lt"/>
              <a:ea typeface="+mj-lt"/>
              <a:cs typeface="+mj-lt"/>
            </a:endParaRPr>
          </a:p>
          <a:p xmlns:a="http://schemas.openxmlformats.org/drawingml/2006/main">
            <a:r>
              <a:t/>
            </a:r>
            <a:endParaRPr sz="2200"/>
          </a:p>
          <a:p xmlns:a="http://schemas.openxmlformats.org/drawingml/2006/main">
            <a:pPr>
              <a:defRPr sz="2025">
                <a:solidFill>
                  <a:srgbClr val="595959"/>
                </a:solidFill>
                <a:latin typeface="Arial"/>
                <a:ea typeface="Arial"/>
                <a:cs typeface="Arial"/>
              </a:defRPr>
            </a:pPr>
            <a:r>
              <a:rPr sz="2025">
                <a:solidFill>
                  <a:srgbClr val="595959"/>
                </a:solidFill>
                <a:latin typeface="Arial"/>
                <a:ea typeface="Arial"/>
                <a:cs typeface="Arial"/>
              </a:rPr>
              <a:t>Authorized users assess each candidate and manage records and reports.</a:t>
            </a:r>
          </a:p>
        </p:txBody>
      </p:sp>
    </p:spTree>
    <p:extLst>
      <p:ext uri="{BB962C8B-B14F-4D97-AF65-F5344CB8AC3E}">
        <p14:creationId xmlns:p14="http://schemas.microsoft.com/office/powerpoint/2010/main" val="17911627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35500C3-A392-480F-92C3-8F5E1AD7C35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Statement of the Problem</a:t>
            </a:r>
          </a:p>
        </p:txBody>
      </p:sp>
      <p:sp>
        <p:nvSpPr>
          <p:cNvPr id="4" name="Slide Number Placeholder 3">
            <a:extLst xmlns:a="http://schemas.openxmlformats.org/drawingml/2006/main">
              <a:ext uri="{FF2B5EF4-FFF2-40B4-BE49-F238E27FC236}">
                <a16:creationId xmlns:a16="http://schemas.microsoft.com/office/drawing/2014/main" id="{1E55A40D-1641-4548-9B6A-2E7A3BC6C73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3</a:t>
            </a:fld>
            <a:endParaRPr/>
          </a:p>
        </p:txBody>
      </p:sp>
      <p:sp>
        <p:nvSpPr>
          <p:cNvPr id="5" name="Content Placeholder 2">
            <a:extLst xmlns:a="http://schemas.openxmlformats.org/drawingml/2006/main">
              <a:ext uri="{FF2B5EF4-FFF2-40B4-BE49-F238E27FC236}">
                <a16:creationId xmlns:a16="http://schemas.microsoft.com/office/drawing/2014/main" id="{A75A1C5A-1FC4-25F8-B510-1AE444AE3198}"/>
              </a:ext>
            </a:extLst>
          </p:cNvPr>
          <p:cNvSpPr>
            <a:spLocks xmlns:a="http://schemas.openxmlformats.org/drawingml/2006/main" noGrp="1"/>
          </p:cNvSpPr>
          <p:nvPr>
            <p:ph idx="1"/>
          </p:nvPr>
        </p:nvSpPr>
        <p:spPr>
          <a:xfrm xmlns:a="http://schemas.openxmlformats.org/drawingml/2006/main">
            <a:off x="533400" y="1790700"/>
            <a:ext cx="8077200" cy="4333875"/>
          </a:xfrm>
        </p:spPr>
        <p:txBody>
          <a:bodyPr xmlns:a="http://schemas.openxmlformats.org/drawingml/2006/main">
            <a:normAutofit fontScale="100000"/>
          </a:bodyPr>
          <a:lstStyle xmlns:a="http://schemas.openxmlformats.org/drawingml/2006/main">
            <a:defPPr>
              <a:defRPr sz="2025">
                <a:solidFill>
                  <a:srgbClr val="262626"/>
                </a:solidFill>
                <a:latin typeface="Arial"/>
                <a:ea typeface="Arial"/>
                <a:cs typeface="Arial"/>
              </a:defRPr>
            </a:defPPr>
          </a:lstStyle>
          <a:p xmlns:a="http://schemas.openxmlformats.org/drawingml/2006/main">
            <a:pPr marL="228600" indent="-114300">
              <a:spcAft>
                <a:spcPts val="900"/>
              </a:spcAft>
              <a:buChar char="•"/>
              <a:defRPr sz="2025">
                <a:solidFill>
                  <a:srgbClr val="262626"/>
                </a:solidFill>
                <a:latin typeface="Arial"/>
                <a:ea typeface="Arial"/>
                <a:cs typeface="Arial"/>
              </a:defRPr>
            </a:pPr>
            <a:r>
              <a:rPr sz="2025">
                <a:solidFill>
                  <a:srgbClr val="262626"/>
                </a:solidFill>
                <a:latin typeface="Arial"/>
                <a:ea typeface="Arial"/>
                <a:cs typeface="Arial"/>
              </a:rPr>
              <a:t>How can traffic videos be processed to identify vehicles, track their movement, and flag possible violations using configured road zones and rules?</a:t>
            </a:r>
          </a:p>
          <a:p xmlns:a="http://schemas.openxmlformats.org/drawingml/2006/main">
            <a:pPr marL="228600" indent="-114300">
              <a:spcAft>
                <a:spcPts val="900"/>
              </a:spcAft>
              <a:buChar char="•"/>
              <a:defRPr sz="2025">
                <a:solidFill>
                  <a:srgbClr val="262626"/>
                </a:solidFill>
                <a:latin typeface="Arial"/>
                <a:ea typeface="Arial"/>
                <a:cs typeface="Arial"/>
              </a:defRPr>
            </a:pPr>
            <a:r>
              <a:rPr sz="2025">
                <a:solidFill>
                  <a:srgbClr val="262626"/>
                </a:solidFill>
                <a:latin typeface="Arial"/>
                <a:ea typeface="Arial"/>
                <a:cs typeface="Arial"/>
              </a:rPr>
              <a:t>How can evidence, human review, violation records, and reports be managed in one web application?</a:t>
            </a:r>
          </a:p>
        </p:txBody>
      </p:sp>
    </p:spTree>
    <p:extLst>
      <p:ext uri="{BB962C8B-B14F-4D97-AF65-F5344CB8AC3E}">
        <p14:creationId xmlns:p14="http://schemas.microsoft.com/office/powerpoint/2010/main" val="296394880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EA1205C7-8226-44FC-9245-2FA64BBDA07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4</a:t>
            </a:fld>
            <a:endParaRPr/>
          </a:p>
        </p:txBody>
      </p:sp>
      <p:sp>
        <p:nvSpPr>
          <p:cNvPr id="6" name="Title 5">
            <a:extLst xmlns:a="http://schemas.openxmlformats.org/drawingml/2006/main">
              <a:ext uri="{FF2B5EF4-FFF2-40B4-BE49-F238E27FC236}">
                <a16:creationId xmlns:a16="http://schemas.microsoft.com/office/drawing/2014/main" id="{418A1B81-E3AC-4309-8470-9452E88134FB}"/>
              </a:ext>
            </a:extLst>
          </p:cNvPr>
          <p:cNvSpPr>
            <a:spLocks xmlns:a="http://schemas.openxmlformats.org/drawingml/2006/main" noGrp="1"/>
          </p:cNvSpPr>
          <p:nvPr>
            <p:ph type="title" idx="0"/>
          </p:nvPr>
        </p:nvSpPr>
        <p:spPr>
          <a:xfrm xmlns:a="http://schemas.openxmlformats.org/drawingml/2006/main">
            <a:off x="457200" y="838200"/>
            <a:ext cx="8229600" cy="502568"/>
          </a:xfrm>
        </p:spPr>
        <p:txBody>
          <a:bodyPr xmlns:a="http://schemas.openxmlformats.org/drawingml/2006/main"/>
          <a:lstStyle xmlns:a="http://schemas.openxmlformats.org/drawingml/2006/main"/>
          <a:p xmlns:a="http://schemas.openxmlformats.org/drawingml/2006/main">
            <a:pPr algn="ctr">
              <a:buNone/>
            </a:pPr>
            <a:r>
              <a:t>Objectives</a:t>
            </a:r>
          </a:p>
        </p:txBody>
      </p:sp>
      <p:sp>
        <p:nvSpPr>
          <p:cNvPr id="3" name="Content Placeholder 6">
            <a:extLst xmlns:a="http://schemas.openxmlformats.org/drawingml/2006/main">
              <a:ext uri="{FF2B5EF4-FFF2-40B4-BE49-F238E27FC236}">
                <a16:creationId xmlns:a16="http://schemas.microsoft.com/office/drawing/2014/main" id="{55609919-AD75-9E06-5DBA-90BC6625B123}"/>
              </a:ext>
            </a:extLst>
          </p:cNvPr>
          <p:cNvSpPr>
            <a:spLocks xmlns:a="http://schemas.openxmlformats.org/drawingml/2006/main" noGrp="1"/>
          </p:cNvSpPr>
          <p:nvPr>
            <p:ph idx="1"/>
          </p:nvPr>
        </p:nvSpPr>
        <p:spPr>
          <a:xfrm xmlns:a="http://schemas.openxmlformats.org/drawingml/2006/main">
            <a:off x="457200" y="1486272"/>
            <a:ext cx="8229600" cy="1248543"/>
          </a:xfrm>
        </p:spPr>
        <p:txBody>
          <a:bodyPr xmlns:a="http://schemas.openxmlformats.org/drawingml/2006/main">
            <a:normAutofit fontScale="100000"/>
          </a:bodyPr>
          <a:lstStyle xmlns:a="http://schemas.openxmlformats.org/drawingml/2006/main">
            <a:defPPr>
              <a:defRPr sz="1875">
                <a:solidFill>
                  <a:srgbClr val="262626"/>
                </a:solidFill>
                <a:latin typeface="Arial"/>
                <a:ea typeface="Arial"/>
                <a:cs typeface="Arial"/>
              </a:defRPr>
            </a:defPPr>
          </a:lstStyle>
          <a:p xmlns:a="http://schemas.openxmlformats.org/drawingml/2006/main">
            <a:pPr marL="0" indent="0">
              <a:buNone/>
              <a:defRPr sz="1875">
                <a:solidFill>
                  <a:srgbClr val="262626"/>
                </a:solidFill>
                <a:latin typeface="Arial"/>
                <a:ea typeface="Arial"/>
                <a:cs typeface="Arial"/>
              </a:defRPr>
            </a:pPr>
            <a:r>
              <a:rPr sz="1875">
                <a:solidFill>
                  <a:srgbClr val="262626"/>
                </a:solidFill>
                <a:latin typeface="Arial"/>
                <a:ea typeface="Arial"/>
                <a:cs typeface="Arial"/>
              </a:rPr>
              <a:t>Draft general objective: develop a web-based traffic monitoring system that processes traffic videos, flags possible violations, and supports evidence review and reporting.</a:t>
            </a:r>
            <a:endParaRPr sz="2200">
              <a:latin typeface="Arial"/>
              <a:ea typeface="Arial"/>
              <a:cs typeface="Arial"/>
            </a:endParaRPr>
          </a:p>
        </p:txBody>
      </p:sp>
      <p:sp>
        <p:nvSpPr>
          <p:cNvPr id="4" name="Title 5">
            <a:extLst xmlns:a="http://schemas.openxmlformats.org/drawingml/2006/main">
              <a:ext uri="{FF2B5EF4-FFF2-40B4-BE49-F238E27FC236}">
                <a16:creationId xmlns:a16="http://schemas.microsoft.com/office/drawing/2014/main" id="{D1EBA5F0-A999-2072-54E7-084854B16577}"/>
              </a:ext>
            </a:extLst>
          </p:cNvPr>
          <p:cNvSpPr>
            <a:spLocks xmlns:a="http://schemas.openxmlformats.org/drawingml/2006/main" noGrp="1"/>
          </p:cNvSpPr>
          <p:nvPr/>
        </p:nvSpPr>
        <p:spPr>
          <a:xfrm xmlns:a="http://schemas.openxmlformats.org/drawingml/2006/main">
            <a:off x="457200" y="2856800"/>
            <a:ext cx="8229600" cy="502568"/>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spcBef>
                <a:spcPct val="0"/>
              </a:spcBef>
              <a:buNone/>
              <a:defRPr sz="3600" b="1" kern="1200">
                <a:solidFill>
                  <a:schemeClr val="tx1">
                    <a:lumMod val="75000"/>
                    <a:lumOff val="25000"/>
                  </a:schemeClr>
                </a:solidFill>
                <a:latin typeface="Tahoma"/>
                <a:ea typeface="Tahoma"/>
                <a:cs typeface="Tahoma"/>
              </a:defRPr>
            </a:lvl1pPr>
          </a:lstStyle>
          <a:p xmlns:a="http://schemas.openxmlformats.org/drawingml/2006/main">
            <a:pPr algn="ctr">
              <a:buNone/>
            </a:pPr>
            <a:r>
              <a:rPr sz="3000"/>
              <a:t>Specific Objectives</a:t>
            </a:r>
          </a:p>
        </p:txBody>
      </p:sp>
      <p:sp>
        <p:nvSpPr>
          <p:cNvPr id="5" name="Content Placeholder 7">
            <a:extLst xmlns:a="http://schemas.openxmlformats.org/drawingml/2006/main">
              <a:ext uri="{FF2B5EF4-FFF2-40B4-BE49-F238E27FC236}">
                <a16:creationId xmlns:a16="http://schemas.microsoft.com/office/drawing/2014/main" id="{989229A9-AB60-F582-EB5B-22F1BBFEB50C}"/>
              </a:ext>
            </a:extLst>
          </p:cNvPr>
          <p:cNvSpPr>
            <a:spLocks xmlns:a="http://schemas.openxmlformats.org/drawingml/2006/main" noGrp="1"/>
          </p:cNvSpPr>
          <p:nvPr>
            <p:ph idx="2"/>
          </p:nvPr>
        </p:nvSpPr>
        <p:spPr>
          <a:xfrm xmlns:a="http://schemas.openxmlformats.org/drawingml/2006/main">
            <a:off x="457200" y="3416787"/>
            <a:ext cx="8229600" cy="3304688"/>
          </a:xfrm>
        </p:spPr>
        <p:txBody>
          <a:bodyPr xmlns:a="http://schemas.openxmlformats.org/drawingml/2006/main">
            <a:normAutofit fontScale="100000"/>
          </a:bodyPr>
          <a:lstStyle xmlns:a="http://schemas.openxmlformats.org/drawingml/2006/main">
            <a:defPPr>
              <a:defRPr sz="1650">
                <a:solidFill>
                  <a:srgbClr val="262626"/>
                </a:solidFill>
                <a:latin typeface="Arial"/>
                <a:ea typeface="Arial"/>
                <a:cs typeface="Arial"/>
              </a:defRPr>
            </a:defPPr>
          </a:lstStyle>
          <a:p xmlns:a="http://schemas.openxmlformats.org/drawingml/2006/main">
            <a:pPr marL="228600" indent="-114300">
              <a:spcAft>
                <a:spcPts val="900"/>
              </a:spcAft>
              <a:buChar char="•"/>
              <a:defRPr sz="1650">
                <a:solidFill>
                  <a:srgbClr val="262626"/>
                </a:solidFill>
                <a:latin typeface="Arial"/>
                <a:ea typeface="Arial"/>
                <a:cs typeface="Arial"/>
              </a:defRPr>
            </a:pPr>
            <a:r>
              <a:rPr sz="1650">
                <a:solidFill>
                  <a:srgbClr val="262626"/>
                </a:solidFill>
                <a:latin typeface="Arial"/>
                <a:ea typeface="Arial"/>
                <a:cs typeface="Arial"/>
              </a:rPr>
              <a:t>Detect and track vehicles in traffic videos using YOLOv8m and ByteTrack.</a:t>
            </a:r>
          </a:p>
          <a:p xmlns:a="http://schemas.openxmlformats.org/drawingml/2006/main">
            <a:pPr marL="228600" indent="-114300">
              <a:spcAft>
                <a:spcPts val="900"/>
              </a:spcAft>
              <a:buChar char="•"/>
              <a:defRPr sz="1650">
                <a:solidFill>
                  <a:srgbClr val="262626"/>
                </a:solidFill>
                <a:latin typeface="Arial"/>
                <a:ea typeface="Arial"/>
                <a:cs typeface="Arial"/>
              </a:defRPr>
            </a:pPr>
            <a:r>
              <a:rPr sz="1650">
                <a:solidFill>
                  <a:srgbClr val="262626"/>
                </a:solidFill>
                <a:latin typeface="Arial"/>
                <a:ea typeface="Arial"/>
                <a:cs typeface="Arial"/>
              </a:rPr>
              <a:t>Apply configured road zones and traffic rules to flag possible violations.</a:t>
            </a:r>
          </a:p>
          <a:p xmlns:a="http://schemas.openxmlformats.org/drawingml/2006/main">
            <a:pPr marL="228600" indent="-114300">
              <a:spcAft>
                <a:spcPts val="900"/>
              </a:spcAft>
              <a:buChar char="•"/>
              <a:defRPr sz="1650">
                <a:solidFill>
                  <a:srgbClr val="262626"/>
                </a:solidFill>
                <a:latin typeface="Arial"/>
                <a:ea typeface="Arial"/>
                <a:cs typeface="Arial"/>
              </a:defRPr>
            </a:pPr>
            <a:r>
              <a:rPr sz="1650">
                <a:solidFill>
                  <a:srgbClr val="262626"/>
                </a:solidFill>
                <a:latin typeface="Arial"/>
                <a:ea typeface="Arial"/>
                <a:cs typeface="Arial"/>
              </a:rPr>
              <a:t>Provide evidence review and record management for authorized users.</a:t>
            </a:r>
          </a:p>
          <a:p xmlns:a="http://schemas.openxmlformats.org/drawingml/2006/main">
            <a:pPr marL="228600" indent="-114300">
              <a:spcAft>
                <a:spcPts val="900"/>
              </a:spcAft>
              <a:buChar char="•"/>
              <a:defRPr sz="1650">
                <a:solidFill>
                  <a:srgbClr val="262626"/>
                </a:solidFill>
                <a:latin typeface="Arial"/>
                <a:ea typeface="Arial"/>
                <a:cs typeface="Arial"/>
              </a:defRPr>
            </a:pPr>
            <a:r>
              <a:rPr sz="1650">
                <a:solidFill>
                  <a:srgbClr val="262626"/>
                </a:solidFill>
                <a:latin typeface="Arial"/>
                <a:ea typeface="Arial"/>
                <a:cs typeface="Arial"/>
              </a:rPr>
              <a:t>Generate reports and evaluate system performance using labeled data and defined test scenarios.</a:t>
            </a:r>
          </a:p>
        </p:txBody>
      </p:sp>
    </p:spTree>
    <p:extLst>
      <p:ext uri="{BB962C8B-B14F-4D97-AF65-F5344CB8AC3E}">
        <p14:creationId xmlns:p14="http://schemas.microsoft.com/office/powerpoint/2010/main" val="47839431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E0E516C0-DE5D-667C-D134-3CEC56FEDE2D}"/>
              </a:ext>
            </a:extLst>
          </p:cNvPr>
          <p:cNvSpPr>
            <a:spLocks xmlns:a="http://schemas.openxmlformats.org/drawingml/2006/main" noGrp="1"/>
          </p:cNvSpPr>
          <p:nvPr>
            <p:ph idx="1"/>
          </p:nvPr>
        </p:nvSpPr>
        <p:spPr>
          <a:xfrm xmlns:a="http://schemas.openxmlformats.org/drawingml/2006/main">
            <a:off x="533400" y="1914525"/>
            <a:ext cx="8077200" cy="4333875"/>
          </a:xfrm>
        </p:spPr>
        <p:txBody>
          <a:bodyPr xmlns:a="http://schemas.openxmlformats.org/drawingml/2006/main">
            <a:normAutofit fontScale="100000"/>
          </a:bodyPr>
          <a:lstStyle xmlns:a="http://schemas.openxmlformats.org/drawingml/2006/main">
            <a:defPPr>
              <a:defRPr sz="1725">
                <a:solidFill>
                  <a:srgbClr val="262626"/>
                </a:solidFill>
                <a:latin typeface="Arial"/>
                <a:ea typeface="Arial"/>
                <a:cs typeface="Arial"/>
              </a:defRPr>
            </a:defPPr>
          </a:lstStyle>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The provisional V9 derivative contains 6,280 train, 234 validation and 224 test images.</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The manifest records 399 polygon rows converted to boxes and 0 exact duplicate images.</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The derivative remains provisional; source provenance and weak-class quality checks are open.</a:t>
            </a:r>
          </a:p>
        </p:txBody>
      </p:sp>
      <p:sp>
        <p:nvSpPr>
          <p:cNvPr id="5" name="Title 4">
            <a:extLst xmlns:a="http://schemas.openxmlformats.org/drawingml/2006/main">
              <a:ext uri="{FF2B5EF4-FFF2-40B4-BE49-F238E27FC236}">
                <a16:creationId xmlns:a16="http://schemas.microsoft.com/office/drawing/2014/main" id="{46DE486B-996E-3FB1-A580-C9655C157EC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Results and Discussion</a:t>
            </a:r>
            <a:endParaRPr/>
          </a:p>
        </p:txBody>
      </p:sp>
      <p:sp>
        <p:nvSpPr>
          <p:cNvPr id="6" name="Slide Number Placeholder 3">
            <a:extLst xmlns:a="http://schemas.openxmlformats.org/drawingml/2006/main">
              <a:ext uri="{FF2B5EF4-FFF2-40B4-BE49-F238E27FC236}">
                <a16:creationId xmlns:a16="http://schemas.microsoft.com/office/drawing/2014/main" id="{D75D4AE0-D082-E30A-8718-86819335D45C}"/>
              </a:ext>
            </a:extLst>
          </p:cNvPr>
          <p:cNvSpPr>
            <a:spLocks xmlns:a="http://schemas.openxmlformats.org/drawingml/2006/main" noGrp="1"/>
          </p:cNvSpPr>
          <p:nvPr>
            <p:ph type="sldNum" idx="12"/>
          </p:nvPr>
        </p:nvSpPr>
        <p:spPr>
          <a:xfrm xmlns:a="http://schemas.openxmlformats.org/drawingml/2006/main">
            <a:off x="6553200" y="6376243"/>
            <a:ext cx="2133600" cy="365125"/>
          </a:xfrm>
        </p:spPr>
        <p:txBody>
          <a:bodyPr xmlns:a="http://schemas.openxmlformats.org/drawingml/2006/main"/>
          <a:lstStyle xmlns:a="http://schemas.openxmlformats.org/drawingml/2006/main"/>
          <a:p xmlns:a="http://schemas.openxmlformats.org/drawingml/2006/main">
            <a:fld id="{B6F15528-21DE-4FAA-801E-634DDDAF4B2B}" type="slidenum">
              <a:t>5</a:t>
            </a:fld>
            <a:endParaRPr/>
          </a:p>
        </p:txBody>
      </p:sp>
      <p:sp>
        <p:nvSpPr>
          <p:cNvPr id="7" name="Topic subtitle">
            <a:extLst xmlns:a="http://schemas.openxmlformats.org/drawingml/2006/main">
              <a:ext uri="{FF2B5EF4-FFF2-40B4-BE49-F238E27FC236}">
                <a16:creationId xmlns:a16="http://schemas.microsoft.com/office/drawing/2014/main" id="{14CEB432-B28A-4EB3-85EC-7127B28A97E5}"/>
              </a:ext>
            </a:extLst>
          </p:cNvPr>
          <p:cNvSpPr>
            <a:spLocks xmlns:a="http://schemas.openxmlformats.org/drawingml/2006/main" noGrp="1"/>
          </p:cNvSpPr>
          <p:nvPr/>
        </p:nvSpPr>
        <p:spPr>
          <a:xfrm xmlns:a="http://schemas.openxmlformats.org/drawingml/2006/main">
            <a:off x="685800" y="1495425"/>
            <a:ext cx="7772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8000"/>
          </a:bodyPr>
          <a:lstStyle xmlns:a="http://schemas.openxmlformats.org/drawingml/2006/main">
            <a:defPPr>
              <a:defRPr sz="1875" b="1">
                <a:solidFill>
                  <a:srgbClr val="7C1114"/>
                </a:solidFill>
                <a:latin typeface="Arial"/>
                <a:ea typeface="Arial"/>
                <a:cs typeface="Arial"/>
              </a:defRPr>
            </a:defPPr>
          </a:lstStyle>
          <a:p xmlns:a="http://schemas.openxmlformats.org/drawingml/2006/main">
            <a:pPr>
              <a:defRPr sz="1875" b="1">
                <a:solidFill>
                  <a:srgbClr val="7C1114"/>
                </a:solidFill>
                <a:latin typeface="Arial"/>
                <a:ea typeface="Arial"/>
                <a:cs typeface="Arial"/>
              </a:defRPr>
            </a:pPr>
            <a:r>
              <a:rPr sz="1875" b="1">
                <a:solidFill>
                  <a:srgbClr val="7C1114"/>
                </a:solidFill>
                <a:latin typeface="Arial"/>
                <a:ea typeface="Arial"/>
                <a:cs typeface="Arial"/>
              </a:rPr>
              <a:t>Dataset Collection and Preparation</a:t>
            </a:r>
          </a:p>
        </p:txBody>
      </p:sp>
    </p:spTree>
    <p:extLst>
      <p:ext uri="{BB962C8B-B14F-4D97-AF65-F5344CB8AC3E}">
        <p14:creationId xmlns:p14="http://schemas.microsoft.com/office/powerpoint/2010/main" val="330649759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D2B81C88-AD0F-2F06-FF1B-14163C7DAF05}"/>
              </a:ext>
            </a:extLst>
          </p:cNvPr>
          <p:cNvSpPr>
            <a:spLocks xmlns:a="http://schemas.openxmlformats.org/drawingml/2006/main" noGrp="1"/>
          </p:cNvSpPr>
          <p:nvPr>
            <p:ph idx="1"/>
          </p:nvPr>
        </p:nvSpPr>
        <p:spPr>
          <a:xfrm xmlns:a="http://schemas.openxmlformats.org/drawingml/2006/main">
            <a:off x="533400" y="1914525"/>
            <a:ext cx="8077200" cy="4333875"/>
          </a:xfrm>
        </p:spPr>
        <p:txBody>
          <a:bodyPr xmlns:a="http://schemas.openxmlformats.org/drawingml/2006/main">
            <a:normAutofit fontScale="100000"/>
          </a:bodyPr>
          <a:lstStyle xmlns:a="http://schemas.openxmlformats.org/drawingml/2006/main">
            <a:defPPr>
              <a:defRPr sz="1725">
                <a:solidFill>
                  <a:srgbClr val="262626"/>
                </a:solidFill>
                <a:latin typeface="Arial"/>
                <a:ea typeface="Arial"/>
                <a:cs typeface="Arial"/>
              </a:defRPr>
            </a:defPPr>
          </a:lstStyle>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YOLOv8m produces object labels, boxes and detection confidence scores.</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ByteTrack associates observations across frames for short-term motion history.</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Track IDs are temporary and can be interrupted by occlusion or changes in view.</a:t>
            </a:r>
          </a:p>
        </p:txBody>
      </p:sp>
      <p:sp>
        <p:nvSpPr>
          <p:cNvPr id="4" name="Slide Number Placeholder 3">
            <a:extLst xmlns:a="http://schemas.openxmlformats.org/drawingml/2006/main">
              <a:ext uri="{FF2B5EF4-FFF2-40B4-BE49-F238E27FC236}">
                <a16:creationId xmlns:a16="http://schemas.microsoft.com/office/drawing/2014/main" id="{F23E480B-A401-92D5-6B60-A463382750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6</a:t>
            </a:fld>
            <a:endParaRPr/>
          </a:p>
        </p:txBody>
      </p:sp>
      <p:sp>
        <p:nvSpPr>
          <p:cNvPr id="5" name="Title 4">
            <a:extLst xmlns:a="http://schemas.openxmlformats.org/drawingml/2006/main">
              <a:ext uri="{FF2B5EF4-FFF2-40B4-BE49-F238E27FC236}">
                <a16:creationId xmlns:a16="http://schemas.microsoft.com/office/drawing/2014/main" id="{6E157596-4947-89A1-BCF9-9F4A2CCBA16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Results and Discussion</a:t>
            </a:r>
            <a:endParaRPr/>
          </a:p>
        </p:txBody>
      </p:sp>
      <p:sp>
        <p:nvSpPr>
          <p:cNvPr id="9" name="Topic subtitle">
            <a:extLst xmlns:a="http://schemas.openxmlformats.org/drawingml/2006/main">
              <a:ext uri="{FF2B5EF4-FFF2-40B4-BE49-F238E27FC236}">
                <a16:creationId xmlns:a16="http://schemas.microsoft.com/office/drawing/2014/main" id="{0A11B6A0-071B-48DA-8CAF-6F7042AB8BBD}"/>
              </a:ext>
            </a:extLst>
          </p:cNvPr>
          <p:cNvSpPr>
            <a:spLocks xmlns:a="http://schemas.openxmlformats.org/drawingml/2006/main" noGrp="1"/>
          </p:cNvSpPr>
          <p:nvPr/>
        </p:nvSpPr>
        <p:spPr>
          <a:xfrm xmlns:a="http://schemas.openxmlformats.org/drawingml/2006/main">
            <a:off x="685800" y="1495425"/>
            <a:ext cx="7772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8000"/>
          </a:bodyPr>
          <a:lstStyle xmlns:a="http://schemas.openxmlformats.org/drawingml/2006/main">
            <a:defPPr>
              <a:defRPr sz="1875" b="1">
                <a:solidFill>
                  <a:srgbClr val="7C1114"/>
                </a:solidFill>
                <a:latin typeface="Arial"/>
                <a:ea typeface="Arial"/>
                <a:cs typeface="Arial"/>
              </a:defRPr>
            </a:defPPr>
          </a:lstStyle>
          <a:p xmlns:a="http://schemas.openxmlformats.org/drawingml/2006/main">
            <a:pPr>
              <a:defRPr sz="1875" b="1">
                <a:solidFill>
                  <a:srgbClr val="7C1114"/>
                </a:solidFill>
                <a:latin typeface="Arial"/>
                <a:ea typeface="Arial"/>
                <a:cs typeface="Arial"/>
              </a:defRPr>
            </a:pPr>
            <a:r>
              <a:rPr sz="1875" b="1">
                <a:solidFill>
                  <a:srgbClr val="7C1114"/>
                </a:solidFill>
                <a:latin typeface="Arial"/>
                <a:ea typeface="Arial"/>
                <a:cs typeface="Arial"/>
              </a:rPr>
              <a:t>Vehicle Detection and Tracking</a:t>
            </a:r>
          </a:p>
        </p:txBody>
      </p:sp>
    </p:spTree>
    <p:extLst>
      <p:ext uri="{BB962C8B-B14F-4D97-AF65-F5344CB8AC3E}">
        <p14:creationId xmlns:p14="http://schemas.microsoft.com/office/powerpoint/2010/main" val="375447950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842EB709-857C-3CD7-E013-DA5427C82963}"/>
              </a:ext>
            </a:extLst>
          </p:cNvPr>
          <p:cNvSpPr>
            <a:spLocks xmlns:a="http://schemas.openxmlformats.org/drawingml/2006/main" noGrp="1"/>
          </p:cNvSpPr>
          <p:nvPr>
            <p:ph idx="1"/>
          </p:nvPr>
        </p:nvSpPr>
        <p:spPr>
          <a:xfrm xmlns:a="http://schemas.openxmlformats.org/drawingml/2006/main">
            <a:off x="533400" y="1914525"/>
            <a:ext cx="8077200" cy="4333875"/>
          </a:xfrm>
        </p:spPr>
        <p:txBody>
          <a:bodyPr xmlns:a="http://schemas.openxmlformats.org/drawingml/2006/main">
            <a:normAutofit fontScale="100000"/>
          </a:bodyPr>
          <a:lstStyle xmlns:a="http://schemas.openxmlformats.org/drawingml/2006/main">
            <a:defPPr>
              <a:defRPr sz="1725">
                <a:solidFill>
                  <a:srgbClr val="262626"/>
                </a:solidFill>
                <a:latin typeface="Arial"/>
                <a:ea typeface="Arial"/>
                <a:cs typeface="Arial"/>
              </a:defRPr>
            </a:defPPr>
          </a:lstStyle>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Six zone types and structured road annotations add location and direction context.</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The rule engine combines detections with geometry, movement, time and configured conditions.</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Missing or ambiguous prerequisites should suppress an unsupported conclusion.</a:t>
            </a:r>
          </a:p>
        </p:txBody>
      </p:sp>
      <p:sp>
        <p:nvSpPr>
          <p:cNvPr id="4" name="Slide Number Placeholder 3">
            <a:extLst xmlns:a="http://schemas.openxmlformats.org/drawingml/2006/main">
              <a:ext uri="{FF2B5EF4-FFF2-40B4-BE49-F238E27FC236}">
                <a16:creationId xmlns:a16="http://schemas.microsoft.com/office/drawing/2014/main" id="{F2E6AD66-33F7-DDBD-AF2E-D9D8AFCAEE2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7</a:t>
            </a:fld>
            <a:endParaRPr/>
          </a:p>
        </p:txBody>
      </p:sp>
      <p:sp>
        <p:nvSpPr>
          <p:cNvPr id="5" name="Title 4">
            <a:extLst xmlns:a="http://schemas.openxmlformats.org/drawingml/2006/main">
              <a:ext uri="{FF2B5EF4-FFF2-40B4-BE49-F238E27FC236}">
                <a16:creationId xmlns:a16="http://schemas.microsoft.com/office/drawing/2014/main" id="{B052E2A0-449A-3A6E-DEE1-0F231F5FA06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Results and Discussion</a:t>
            </a:r>
            <a:endParaRPr/>
          </a:p>
        </p:txBody>
      </p:sp>
      <p:sp>
        <p:nvSpPr>
          <p:cNvPr id="14" name="Topic subtitle">
            <a:extLst xmlns:a="http://schemas.openxmlformats.org/drawingml/2006/main">
              <a:ext uri="{FF2B5EF4-FFF2-40B4-BE49-F238E27FC236}">
                <a16:creationId xmlns:a16="http://schemas.microsoft.com/office/drawing/2014/main" id="{71C57E3C-4CF7-41E3-AD78-B8D7200A54B4}"/>
              </a:ext>
            </a:extLst>
          </p:cNvPr>
          <p:cNvSpPr>
            <a:spLocks xmlns:a="http://schemas.openxmlformats.org/drawingml/2006/main" noGrp="1"/>
          </p:cNvSpPr>
          <p:nvPr/>
        </p:nvSpPr>
        <p:spPr>
          <a:xfrm xmlns:a="http://schemas.openxmlformats.org/drawingml/2006/main">
            <a:off x="685800" y="1495425"/>
            <a:ext cx="7772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8000"/>
          </a:bodyPr>
          <a:lstStyle xmlns:a="http://schemas.openxmlformats.org/drawingml/2006/main">
            <a:defPPr>
              <a:defRPr sz="1875" b="1">
                <a:solidFill>
                  <a:srgbClr val="7C1114"/>
                </a:solidFill>
                <a:latin typeface="Arial"/>
                <a:ea typeface="Arial"/>
                <a:cs typeface="Arial"/>
              </a:defRPr>
            </a:defPPr>
          </a:lstStyle>
          <a:p xmlns:a="http://schemas.openxmlformats.org/drawingml/2006/main">
            <a:pPr>
              <a:defRPr sz="1875" b="1">
                <a:solidFill>
                  <a:srgbClr val="7C1114"/>
                </a:solidFill>
                <a:latin typeface="Arial"/>
                <a:ea typeface="Arial"/>
                <a:cs typeface="Arial"/>
              </a:defRPr>
            </a:pPr>
            <a:r>
              <a:rPr sz="1875" b="1">
                <a:solidFill>
                  <a:srgbClr val="7C1114"/>
                </a:solidFill>
                <a:latin typeface="Arial"/>
                <a:ea typeface="Arial"/>
                <a:cs typeface="Arial"/>
              </a:rPr>
              <a:t>Road Annotation and Traffic Rules</a:t>
            </a:r>
          </a:p>
        </p:txBody>
      </p:sp>
    </p:spTree>
    <p:extLst>
      <p:ext uri="{BB962C8B-B14F-4D97-AF65-F5344CB8AC3E}">
        <p14:creationId xmlns:p14="http://schemas.microsoft.com/office/powerpoint/2010/main" val="143409291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86EC3E07-FC4C-C833-5B24-885BBAB01F97}"/>
              </a:ext>
            </a:extLst>
          </p:cNvPr>
          <p:cNvSpPr>
            <a:spLocks xmlns:a="http://schemas.openxmlformats.org/drawingml/2006/main" noGrp="1"/>
          </p:cNvSpPr>
          <p:nvPr>
            <p:ph idx="1"/>
          </p:nvPr>
        </p:nvSpPr>
        <p:spPr>
          <a:xfrm xmlns:a="http://schemas.openxmlformats.org/drawingml/2006/main">
            <a:off x="533400" y="1914525"/>
            <a:ext cx="8077200" cy="4333875"/>
          </a:xfrm>
        </p:spPr>
        <p:txBody>
          <a:bodyPr xmlns:a="http://schemas.openxmlformats.org/drawingml/2006/main">
            <a:normAutofit fontScale="100000"/>
          </a:bodyPr>
          <a:lstStyle xmlns:a="http://schemas.openxmlformats.org/drawingml/2006/main">
            <a:defPPr>
              <a:defRPr sz="1725">
                <a:solidFill>
                  <a:srgbClr val="262626"/>
                </a:solidFill>
                <a:latin typeface="Arial"/>
                <a:ea typeface="Arial"/>
                <a:cs typeface="Arial"/>
              </a:defRPr>
            </a:defPPr>
          </a:lstStyle>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A rule match creates a candidate for human assessment; it does not establish guilt.</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Available evidence can include a scene image, time, track information and a video record.</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Detector confidence and rule evidence strength describe different things.</a:t>
            </a:r>
          </a:p>
        </p:txBody>
      </p:sp>
      <p:sp>
        <p:nvSpPr>
          <p:cNvPr id="4" name="Slide Number Placeholder 3">
            <a:extLst xmlns:a="http://schemas.openxmlformats.org/drawingml/2006/main">
              <a:ext uri="{FF2B5EF4-FFF2-40B4-BE49-F238E27FC236}">
                <a16:creationId xmlns:a16="http://schemas.microsoft.com/office/drawing/2014/main" id="{76D0B26D-AB34-0E23-D6D9-ADFDDE128E4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8</a:t>
            </a:fld>
            <a:endParaRPr/>
          </a:p>
        </p:txBody>
      </p:sp>
      <p:sp>
        <p:nvSpPr>
          <p:cNvPr id="5" name="Title 4">
            <a:extLst xmlns:a="http://schemas.openxmlformats.org/drawingml/2006/main">
              <a:ext uri="{FF2B5EF4-FFF2-40B4-BE49-F238E27FC236}">
                <a16:creationId xmlns:a16="http://schemas.microsoft.com/office/drawing/2014/main" id="{7CEAB1A8-9A23-0634-E13F-642BB26C440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Results and Discussion</a:t>
            </a:r>
            <a:endParaRPr/>
          </a:p>
        </p:txBody>
      </p:sp>
      <p:sp>
        <p:nvSpPr>
          <p:cNvPr id="11" name="Topic subtitle">
            <a:extLst xmlns:a="http://schemas.openxmlformats.org/drawingml/2006/main">
              <a:ext uri="{FF2B5EF4-FFF2-40B4-BE49-F238E27FC236}">
                <a16:creationId xmlns:a16="http://schemas.microsoft.com/office/drawing/2014/main" id="{70391EED-1B72-4A6B-A77D-CC44B6D92422}"/>
              </a:ext>
            </a:extLst>
          </p:cNvPr>
          <p:cNvSpPr>
            <a:spLocks xmlns:a="http://schemas.openxmlformats.org/drawingml/2006/main" noGrp="1"/>
          </p:cNvSpPr>
          <p:nvPr/>
        </p:nvSpPr>
        <p:spPr>
          <a:xfrm xmlns:a="http://schemas.openxmlformats.org/drawingml/2006/main">
            <a:off x="685800" y="1495425"/>
            <a:ext cx="7772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8000"/>
          </a:bodyPr>
          <a:lstStyle xmlns:a="http://schemas.openxmlformats.org/drawingml/2006/main">
            <a:defPPr>
              <a:defRPr sz="1875" b="1">
                <a:solidFill>
                  <a:srgbClr val="7C1114"/>
                </a:solidFill>
                <a:latin typeface="Arial"/>
                <a:ea typeface="Arial"/>
                <a:cs typeface="Arial"/>
              </a:defRPr>
            </a:defPPr>
          </a:lstStyle>
          <a:p xmlns:a="http://schemas.openxmlformats.org/drawingml/2006/main">
            <a:pPr>
              <a:defRPr sz="1875" b="1">
                <a:solidFill>
                  <a:srgbClr val="7C1114"/>
                </a:solidFill>
                <a:latin typeface="Arial"/>
                <a:ea typeface="Arial"/>
                <a:cs typeface="Arial"/>
              </a:defRPr>
            </a:pPr>
            <a:r>
              <a:rPr sz="1875" b="1">
                <a:solidFill>
                  <a:srgbClr val="7C1114"/>
                </a:solidFill>
                <a:latin typeface="Arial"/>
                <a:ea typeface="Arial"/>
                <a:cs typeface="Arial"/>
              </a:rPr>
              <a:t>Violation Candidates and Evidence</a:t>
            </a:r>
          </a:p>
        </p:txBody>
      </p:sp>
    </p:spTree>
    <p:extLst>
      <p:ext uri="{BB962C8B-B14F-4D97-AF65-F5344CB8AC3E}">
        <p14:creationId xmlns:p14="http://schemas.microsoft.com/office/powerpoint/2010/main" val="275029822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CF7BBE24-24A6-AC0A-682C-F93303B6AC71}"/>
              </a:ext>
            </a:extLst>
          </p:cNvPr>
          <p:cNvSpPr>
            <a:spLocks xmlns:a="http://schemas.openxmlformats.org/drawingml/2006/main" noGrp="1"/>
          </p:cNvSpPr>
          <p:nvPr>
            <p:ph idx="1"/>
          </p:nvPr>
        </p:nvSpPr>
        <p:spPr>
          <a:xfrm xmlns:a="http://schemas.openxmlformats.org/drawingml/2006/main">
            <a:off x="533400" y="1914525"/>
            <a:ext cx="8077200" cy="4333875"/>
          </a:xfrm>
        </p:spPr>
        <p:txBody>
          <a:bodyPr xmlns:a="http://schemas.openxmlformats.org/drawingml/2006/main">
            <a:normAutofit fontScale="100000"/>
          </a:bodyPr>
          <a:lstStyle xmlns:a="http://schemas.openxmlformats.org/drawingml/2006/main">
            <a:defPPr>
              <a:defRPr sz="1725">
                <a:solidFill>
                  <a:srgbClr val="262626"/>
                </a:solidFill>
                <a:latin typeface="Arial"/>
                <a:ea typeface="Arial"/>
                <a:cs typeface="Arial"/>
              </a:defRPr>
            </a:defPPr>
          </a:lstStyle>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Reviewers can confirm a proposed type, choose another canonical type, dismiss it or mark evidence insufficient.</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Grouping checks video, processing run, track and saved evidence identity.</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No live review or correction-and-fusion flow was demonstrated for this deck.</a:t>
            </a:r>
          </a:p>
        </p:txBody>
      </p:sp>
      <p:sp>
        <p:nvSpPr>
          <p:cNvPr id="4" name="Slide Number Placeholder 3">
            <a:extLst xmlns:a="http://schemas.openxmlformats.org/drawingml/2006/main">
              <a:ext uri="{FF2B5EF4-FFF2-40B4-BE49-F238E27FC236}">
                <a16:creationId xmlns:a16="http://schemas.microsoft.com/office/drawing/2014/main" id="{8FBFFD98-91BC-E1EC-FE29-7936D171CF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9</a:t>
            </a:fld>
            <a:endParaRPr/>
          </a:p>
        </p:txBody>
      </p:sp>
      <p:sp>
        <p:nvSpPr>
          <p:cNvPr id="5" name="Title 4">
            <a:extLst xmlns:a="http://schemas.openxmlformats.org/drawingml/2006/main">
              <a:ext uri="{FF2B5EF4-FFF2-40B4-BE49-F238E27FC236}">
                <a16:creationId xmlns:a16="http://schemas.microsoft.com/office/drawing/2014/main" id="{CE39CFBA-016E-BDDA-62C0-3921AE06828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Results and Discussion</a:t>
            </a:r>
            <a:endParaRPr/>
          </a:p>
        </p:txBody>
      </p:sp>
      <p:sp>
        <p:nvSpPr>
          <p:cNvPr id="14" name="Topic subtitle">
            <a:extLst xmlns:a="http://schemas.openxmlformats.org/drawingml/2006/main">
              <a:ext uri="{FF2B5EF4-FFF2-40B4-BE49-F238E27FC236}">
                <a16:creationId xmlns:a16="http://schemas.microsoft.com/office/drawing/2014/main" id="{B499E46B-A735-44EC-B4B8-4AA099DEC7A7}"/>
              </a:ext>
            </a:extLst>
          </p:cNvPr>
          <p:cNvSpPr>
            <a:spLocks xmlns:a="http://schemas.openxmlformats.org/drawingml/2006/main" noGrp="1"/>
          </p:cNvSpPr>
          <p:nvPr/>
        </p:nvSpPr>
        <p:spPr>
          <a:xfrm xmlns:a="http://schemas.openxmlformats.org/drawingml/2006/main">
            <a:off x="685800" y="1495425"/>
            <a:ext cx="7772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8000"/>
          </a:bodyPr>
          <a:lstStyle xmlns:a="http://schemas.openxmlformats.org/drawingml/2006/main">
            <a:defPPr>
              <a:defRPr sz="1875" b="1">
                <a:solidFill>
                  <a:srgbClr val="7C1114"/>
                </a:solidFill>
                <a:latin typeface="Arial"/>
                <a:ea typeface="Arial"/>
                <a:cs typeface="Arial"/>
              </a:defRPr>
            </a:defPPr>
          </a:lstStyle>
          <a:p xmlns:a="http://schemas.openxmlformats.org/drawingml/2006/main">
            <a:pPr>
              <a:defRPr sz="1875" b="1">
                <a:solidFill>
                  <a:srgbClr val="7C1114"/>
                </a:solidFill>
                <a:latin typeface="Arial"/>
                <a:ea typeface="Arial"/>
                <a:cs typeface="Arial"/>
              </a:defRPr>
            </a:pPr>
            <a:r>
              <a:rPr sz="1875" b="1">
                <a:solidFill>
                  <a:srgbClr val="7C1114"/>
                </a:solidFill>
                <a:latin typeface="Arial"/>
                <a:ea typeface="Arial"/>
                <a:cs typeface="Arial"/>
              </a:rPr>
              <a:t>Human Review and Vehicle Grouping</a:t>
            </a:r>
          </a:p>
        </p:txBody>
      </p:sp>
    </p:spTree>
    <p:extLst>
      <p:ext uri="{BB962C8B-B14F-4D97-AF65-F5344CB8AC3E}">
        <p14:creationId xmlns:p14="http://schemas.microsoft.com/office/powerpoint/2010/main" val="128281334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963D7895-C64D-F753-B89D-71ACFD4CC839}"/>
              </a:ext>
            </a:extLst>
          </p:cNvPr>
          <p:cNvSpPr>
            <a:spLocks xmlns:a="http://schemas.openxmlformats.org/drawingml/2006/main" noGrp="1"/>
          </p:cNvSpPr>
          <p:nvPr>
            <p:ph idx="1"/>
          </p:nvPr>
        </p:nvSpPr>
        <p:spPr>
          <a:xfrm xmlns:a="http://schemas.openxmlformats.org/drawingml/2006/main">
            <a:off x="533400" y="1914525"/>
            <a:ext cx="8077200" cy="4333875"/>
          </a:xfrm>
        </p:spPr>
        <p:txBody>
          <a:bodyPr xmlns:a="http://schemas.openxmlformats.org/drawingml/2006/main">
            <a:normAutofit fontScale="100000"/>
          </a:bodyPr>
          <a:lstStyle xmlns:a="http://schemas.openxmlformats.org/drawingml/2006/main">
            <a:defPPr>
              <a:defRPr sz="1725">
                <a:solidFill>
                  <a:srgbClr val="262626"/>
                </a:solidFill>
                <a:latin typeface="Arial"/>
                <a:ea typeface="Arial"/>
                <a:cs typeface="Arial"/>
              </a:defRPr>
            </a:defPPr>
          </a:lstStyle>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The provisional derivative lists 6,280 train, 234 validation and 224 test images.</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The located pilot log reports validation metrics during training; no held-out test metrics were found.</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The manifest marks training and promotion as not authorized.</a:t>
            </a:r>
          </a:p>
        </p:txBody>
      </p:sp>
      <p:sp>
        <p:nvSpPr>
          <p:cNvPr id="4" name="Slide Number Placeholder 3">
            <a:extLst xmlns:a="http://schemas.openxmlformats.org/drawingml/2006/main">
              <a:ext uri="{FF2B5EF4-FFF2-40B4-BE49-F238E27FC236}">
                <a16:creationId xmlns:a16="http://schemas.microsoft.com/office/drawing/2014/main" id="{C4A5BC59-6989-4C5B-9BFF-90DA6F77E43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10</a:t>
            </a:fld>
            <a:endParaRPr/>
          </a:p>
        </p:txBody>
      </p:sp>
      <p:sp>
        <p:nvSpPr>
          <p:cNvPr id="5" name="Title 4">
            <a:extLst xmlns:a="http://schemas.openxmlformats.org/drawingml/2006/main">
              <a:ext uri="{FF2B5EF4-FFF2-40B4-BE49-F238E27FC236}">
                <a16:creationId xmlns:a16="http://schemas.microsoft.com/office/drawing/2014/main" id="{99D035F9-BA22-B299-DF32-4CA8A32F71F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Results and Discussion</a:t>
            </a:r>
            <a:endParaRPr/>
          </a:p>
        </p:txBody>
      </p:sp>
      <p:sp>
        <p:nvSpPr>
          <p:cNvPr id="8" name="Topic subtitle">
            <a:extLst xmlns:a="http://schemas.openxmlformats.org/drawingml/2006/main">
              <a:ext uri="{FF2B5EF4-FFF2-40B4-BE49-F238E27FC236}">
                <a16:creationId xmlns:a16="http://schemas.microsoft.com/office/drawing/2014/main" id="{4A8E71DD-9A45-46D6-97BB-1E14952B4A47}"/>
              </a:ext>
            </a:extLst>
          </p:cNvPr>
          <p:cNvSpPr>
            <a:spLocks xmlns:a="http://schemas.openxmlformats.org/drawingml/2006/main" noGrp="1"/>
          </p:cNvSpPr>
          <p:nvPr/>
        </p:nvSpPr>
        <p:spPr>
          <a:xfrm xmlns:a="http://schemas.openxmlformats.org/drawingml/2006/main">
            <a:off x="685800" y="1495425"/>
            <a:ext cx="7772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8000"/>
          </a:bodyPr>
          <a:lstStyle xmlns:a="http://schemas.openxmlformats.org/drawingml/2006/main">
            <a:defPPr>
              <a:defRPr sz="1875" b="1">
                <a:solidFill>
                  <a:srgbClr val="7C1114"/>
                </a:solidFill>
                <a:latin typeface="Arial"/>
                <a:ea typeface="Arial"/>
                <a:cs typeface="Arial"/>
              </a:defRPr>
            </a:defPPr>
          </a:lstStyle>
          <a:p xmlns:a="http://schemas.openxmlformats.org/drawingml/2006/main">
            <a:pPr>
              <a:defRPr sz="1875" b="1">
                <a:solidFill>
                  <a:srgbClr val="7C1114"/>
                </a:solidFill>
                <a:latin typeface="Arial"/>
                <a:ea typeface="Arial"/>
                <a:cs typeface="Arial"/>
              </a:defRPr>
            </a:pPr>
            <a:r>
              <a:rPr sz="1875" b="1">
                <a:solidFill>
                  <a:srgbClr val="7C1114"/>
                </a:solidFill>
                <a:latin typeface="Arial"/>
                <a:ea typeface="Arial"/>
                <a:cs typeface="Arial"/>
              </a:rPr>
              <a:t>Dataset Splitting and Evaluation Method</a:t>
            </a:r>
          </a:p>
        </p:txBody>
      </p:sp>
    </p:spTree>
    <p:extLst>
      <p:ext uri="{BB962C8B-B14F-4D97-AF65-F5344CB8AC3E}">
        <p14:creationId xmlns:p14="http://schemas.microsoft.com/office/powerpoint/2010/main" val="333514546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E6F17C4F-D9F1-8AEC-30BC-0458C2A4A4CA}"/>
              </a:ext>
            </a:extLst>
          </p:cNvPr>
          <p:cNvSpPr>
            <a:spLocks xmlns:a="http://schemas.openxmlformats.org/drawingml/2006/main" noGrp="1"/>
          </p:cNvSpPr>
          <p:nvPr>
            <p:ph idx="1"/>
          </p:nvPr>
        </p:nvSpPr>
        <p:spPr>
          <a:xfrm xmlns:a="http://schemas.openxmlformats.org/drawingml/2006/main">
            <a:off x="533400" y="1914525"/>
            <a:ext cx="8077200" cy="876300"/>
          </a:xfrm>
        </p:spPr>
        <p:txBody>
          <a:bodyPr xmlns:a="http://schemas.openxmlformats.org/drawingml/2006/main">
            <a:normAutofit fontScale="100000"/>
          </a:bodyPr>
          <a:lstStyle xmlns:a="http://schemas.openxmlformats.org/drawingml/2006/main">
            <a:defPPr>
              <a:defRPr sz="1500">
                <a:solidFill>
                  <a:srgbClr val="262626"/>
                </a:solidFill>
                <a:latin typeface="Arial"/>
                <a:ea typeface="Arial"/>
                <a:cs typeface="Arial"/>
              </a:defRPr>
            </a:defPPr>
          </a:lstStyle>
          <a:p xmlns:a="http://schemas.openxmlformats.org/drawingml/2006/main">
            <a:pPr marL="228600" indent="-114300">
              <a:spcAft>
                <a:spcPts val="900"/>
              </a:spcAft>
              <a:buChar char="•"/>
              <a:defRPr sz="1500">
                <a:solidFill>
                  <a:srgbClr val="262626"/>
                </a:solidFill>
                <a:latin typeface="Arial"/>
                <a:ea typeface="Arial"/>
                <a:cs typeface="Arial"/>
              </a:defRPr>
            </a:pPr>
            <a:r>
              <a:rPr sz="1500">
                <a:solidFill>
                  <a:srgbClr val="262626"/>
                </a:solidFill>
                <a:latin typeface="Arial"/>
                <a:ea typeface="Arial"/>
                <a:cs typeface="Arial"/>
              </a:rPr>
              <a:t>Epoch 60: precision 38.7%, recall 34.4%, mAP@0.50 29.4%, mAP@0.50:0.95 17.5%.</a:t>
            </a:r>
          </a:p>
          <a:p xmlns:a="http://schemas.openxmlformats.org/drawingml/2006/main">
            <a:pPr marL="228600" indent="-114300">
              <a:spcAft>
                <a:spcPts val="900"/>
              </a:spcAft>
              <a:buChar char="•"/>
              <a:defRPr sz="1500">
                <a:solidFill>
                  <a:srgbClr val="262626"/>
                </a:solidFill>
                <a:latin typeface="Arial"/>
                <a:ea typeface="Arial"/>
                <a:cs typeface="Arial"/>
              </a:defRPr>
            </a:pPr>
            <a:r>
              <a:rPr sz="1500">
                <a:solidFill>
                  <a:srgbClr val="262626"/>
                </a:solidFill>
                <a:latin typeface="Arial"/>
                <a:ea typeface="Arial"/>
                <a:cs typeface="Arial"/>
              </a:rPr>
              <a:t>Validation only; this is not held-out test performance or violation accuracy.</a:t>
            </a:r>
          </a:p>
        </p:txBody>
      </p:sp>
      <p:sp>
        <p:nvSpPr>
          <p:cNvPr id="4" name="Slide Number Placeholder 3">
            <a:extLst xmlns:a="http://schemas.openxmlformats.org/drawingml/2006/main">
              <a:ext uri="{FF2B5EF4-FFF2-40B4-BE49-F238E27FC236}">
                <a16:creationId xmlns:a16="http://schemas.microsoft.com/office/drawing/2014/main" id="{9EF84C59-70A2-DB27-FB61-EE4030E4BAE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11</a:t>
            </a:fld>
            <a:endParaRPr/>
          </a:p>
        </p:txBody>
      </p:sp>
      <p:sp>
        <p:nvSpPr>
          <p:cNvPr id="5" name="Title 4">
            <a:extLst xmlns:a="http://schemas.openxmlformats.org/drawingml/2006/main">
              <a:ext uri="{FF2B5EF4-FFF2-40B4-BE49-F238E27FC236}">
                <a16:creationId xmlns:a16="http://schemas.microsoft.com/office/drawing/2014/main" id="{01B0A1EC-B69D-9852-6442-C9D7B0CDB4B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Results and Discussion</a:t>
            </a:r>
            <a:endParaRPr/>
          </a:p>
        </p:txBody>
      </p:sp>
      <p:sp>
        <p:nvSpPr>
          <p:cNvPr id="8" name="Topic subtitle">
            <a:extLst xmlns:a="http://schemas.openxmlformats.org/drawingml/2006/main">
              <a:ext uri="{FF2B5EF4-FFF2-40B4-BE49-F238E27FC236}">
                <a16:creationId xmlns:a16="http://schemas.microsoft.com/office/drawing/2014/main" id="{B6DA5EF9-71DE-48FC-B840-48E6BAFE5043}"/>
              </a:ext>
            </a:extLst>
          </p:cNvPr>
          <p:cNvSpPr>
            <a:spLocks xmlns:a="http://schemas.openxmlformats.org/drawingml/2006/main" noGrp="1"/>
          </p:cNvSpPr>
          <p:nvPr/>
        </p:nvSpPr>
        <p:spPr>
          <a:xfrm xmlns:a="http://schemas.openxmlformats.org/drawingml/2006/main">
            <a:off x="685800" y="1495425"/>
            <a:ext cx="7772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8000"/>
          </a:bodyPr>
          <a:lstStyle xmlns:a="http://schemas.openxmlformats.org/drawingml/2006/main">
            <a:defPPr>
              <a:defRPr sz="1875" b="1">
                <a:solidFill>
                  <a:srgbClr val="7C1114"/>
                </a:solidFill>
                <a:latin typeface="Arial"/>
                <a:ea typeface="Arial"/>
                <a:cs typeface="Arial"/>
              </a:defRPr>
            </a:defPPr>
          </a:lstStyle>
          <a:p xmlns:a="http://schemas.openxmlformats.org/drawingml/2006/main">
            <a:pPr>
              <a:defRPr sz="1875" b="1">
                <a:solidFill>
                  <a:srgbClr val="7C1114"/>
                </a:solidFill>
                <a:latin typeface="Arial"/>
                <a:ea typeface="Arial"/>
                <a:cs typeface="Arial"/>
              </a:defRPr>
            </a:pPr>
            <a:r>
              <a:rPr sz="1875" b="1">
                <a:solidFill>
                  <a:srgbClr val="7C1114"/>
                </a:solidFill>
                <a:latin typeface="Arial"/>
                <a:ea typeface="Arial"/>
                <a:cs typeface="Arial"/>
              </a:rPr>
              <a:t>Evaluation Results and Limitations</a:t>
            </a:r>
          </a:p>
        </p:txBody>
      </p:sp>
      <p:graphicFrame>
        <p:nvGraphicFramePr>
          <p:cNvPr id="9" name="Chart">
            <a:extLst xmlns:a="http://schemas.openxmlformats.org/drawingml/2006/main">
              <a:ext uri="{FF2B5EF4-FFF2-40B4-BE49-F238E27FC236}">
                <a16:creationId xmlns:a16="http://schemas.microsoft.com/office/drawing/2014/main" id="{3C1F8098-63F9-4137-83AC-AD9A03BE5545}"/>
              </a:ext>
            </a:extLst>
          </p:cNvPr>
          <p:cNvGraphicFramePr/>
          <p:nvPr/>
        </p:nvGraphicFramePr>
        <p:xfrm>
          <a:off xmlns:a="http://schemas.openxmlformats.org/drawingml/2006/main" x="685800" y="2962275"/>
          <a:ext xmlns:a="http://schemas.openxmlformats.org/drawingml/2006/main" cx="7772400" cy="3295650"/>
        </p:xfrm>
        <a:graphic xmlns:a="http://schemas.openxmlformats.org/drawingml/2006/main">
          <a:graphicData uri="http://schemas.openxmlformats.org/drawingml/2006/chart">
            <c:chart xmlns:r="http://schemas.openxmlformats.org/officeDocument/2006/relationships" xmlns:c="http://schemas.openxmlformats.org/drawingml/2006/chart" r:id="R6e07232bbd1a406f"/>
          </a:graphicData>
        </a:graphic>
      </p:graphicFrame>
    </p:spTree>
    <p:extLst>
      <p:ext uri="{BB962C8B-B14F-4D97-AF65-F5344CB8AC3E}">
        <p14:creationId xmlns:p14="http://schemas.microsoft.com/office/powerpoint/2010/main" val="124520848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311F158B-F0D8-4B7C-61E8-A3403328E182}"/>
              </a:ext>
            </a:extLst>
          </p:cNvPr>
          <p:cNvSpPr>
            <a:spLocks xmlns:a="http://schemas.openxmlformats.org/drawingml/2006/main" noGrp="1"/>
          </p:cNvSpPr>
          <p:nvPr>
            <p:ph idx="1"/>
          </p:nvPr>
        </p:nvSpPr>
        <p:spPr>
          <a:xfrm xmlns:a="http://schemas.openxmlformats.org/drawingml/2006/main">
            <a:off x="533400" y="1914525"/>
            <a:ext cx="8077200" cy="4333875"/>
          </a:xfrm>
        </p:spPr>
        <p:txBody>
          <a:bodyPr xmlns:a="http://schemas.openxmlformats.org/drawingml/2006/main">
            <a:normAutofit fontScale="100000"/>
          </a:bodyPr>
          <a:lstStyle xmlns:a="http://schemas.openxmlformats.org/drawingml/2006/main">
            <a:defPPr>
              <a:defRPr sz="1725">
                <a:solidFill>
                  <a:srgbClr val="262626"/>
                </a:solidFill>
                <a:latin typeface="Arial"/>
                <a:ea typeface="Arial"/>
                <a:cs typeface="Arial"/>
              </a:defRPr>
            </a:defPPr>
          </a:lstStyle>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Flask connects video input, processing, SQLite records, evidence review, analytics and PDF/Excel report routes.</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YOLOv8m, ByteTrack and the rule engine supply candidates to the review workflow.</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Source inspection does not prove current online or live-demo readiness.</a:t>
            </a:r>
          </a:p>
        </p:txBody>
      </p:sp>
      <p:sp>
        <p:nvSpPr>
          <p:cNvPr id="4" name="Slide Number Placeholder 3">
            <a:extLst xmlns:a="http://schemas.openxmlformats.org/drawingml/2006/main">
              <a:ext uri="{FF2B5EF4-FFF2-40B4-BE49-F238E27FC236}">
                <a16:creationId xmlns:a16="http://schemas.microsoft.com/office/drawing/2014/main" id="{51AC157D-C822-7AF3-C3CB-FBA7940DCF7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12</a:t>
            </a:fld>
            <a:endParaRPr/>
          </a:p>
        </p:txBody>
      </p:sp>
      <p:sp>
        <p:nvSpPr>
          <p:cNvPr id="5" name="Title 4">
            <a:extLst xmlns:a="http://schemas.openxmlformats.org/drawingml/2006/main">
              <a:ext uri="{FF2B5EF4-FFF2-40B4-BE49-F238E27FC236}">
                <a16:creationId xmlns:a16="http://schemas.microsoft.com/office/drawing/2014/main" id="{347D8EB8-D6F7-68C3-C912-9854A416FFD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Results and Discussion</a:t>
            </a:r>
            <a:endParaRPr/>
          </a:p>
        </p:txBody>
      </p:sp>
      <p:sp>
        <p:nvSpPr>
          <p:cNvPr id="9" name="Topic subtitle">
            <a:extLst xmlns:a="http://schemas.openxmlformats.org/drawingml/2006/main">
              <a:ext uri="{FF2B5EF4-FFF2-40B4-BE49-F238E27FC236}">
                <a16:creationId xmlns:a16="http://schemas.microsoft.com/office/drawing/2014/main" id="{E6CEB632-6AA2-49BE-AF03-604AE5918982}"/>
              </a:ext>
            </a:extLst>
          </p:cNvPr>
          <p:cNvSpPr>
            <a:spLocks xmlns:a="http://schemas.openxmlformats.org/drawingml/2006/main" noGrp="1"/>
          </p:cNvSpPr>
          <p:nvPr/>
        </p:nvSpPr>
        <p:spPr>
          <a:xfrm xmlns:a="http://schemas.openxmlformats.org/drawingml/2006/main">
            <a:off x="685800" y="1495425"/>
            <a:ext cx="7772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8000"/>
          </a:bodyPr>
          <a:lstStyle xmlns:a="http://schemas.openxmlformats.org/drawingml/2006/main">
            <a:defPPr>
              <a:defRPr sz="1875" b="1">
                <a:solidFill>
                  <a:srgbClr val="7C1114"/>
                </a:solidFill>
                <a:latin typeface="Arial"/>
                <a:ea typeface="Arial"/>
                <a:cs typeface="Arial"/>
              </a:defRPr>
            </a:defPPr>
          </a:lstStyle>
          <a:p xmlns:a="http://schemas.openxmlformats.org/drawingml/2006/main">
            <a:pPr>
              <a:defRPr sz="1875" b="1">
                <a:solidFill>
                  <a:srgbClr val="7C1114"/>
                </a:solidFill>
                <a:latin typeface="Arial"/>
                <a:ea typeface="Arial"/>
                <a:cs typeface="Arial"/>
              </a:defRPr>
            </a:pPr>
            <a:r>
              <a:rPr sz="1875" b="1">
                <a:solidFill>
                  <a:srgbClr val="7C1114"/>
                </a:solidFill>
                <a:latin typeface="Arial"/>
                <a:ea typeface="Arial"/>
                <a:cs typeface="Arial"/>
              </a:rPr>
              <a:t>System Integration and Reports</a:t>
            </a:r>
          </a:p>
        </p:txBody>
      </p:sp>
      <p:sp>
        <p:nvSpPr>
          <p:cNvPr id="10" name="Workflow Video or camera stream">
            <a:extLst xmlns:a="http://schemas.openxmlformats.org/drawingml/2006/main">
              <a:ext uri="{FF2B5EF4-FFF2-40B4-BE49-F238E27FC236}">
                <a16:creationId xmlns:a16="http://schemas.microsoft.com/office/drawing/2014/main" id="{0977936E-0972-40EB-8D36-0A3504C8712D}"/>
              </a:ext>
            </a:extLst>
          </p:cNvPr>
          <p:cNvSpPr>
            <a:spLocks xmlns:a="http://schemas.openxmlformats.org/drawingml/2006/main" noGrp="1"/>
          </p:cNvSpPr>
          <p:nvPr/>
        </p:nvSpPr>
        <p:spPr>
          <a:xfrm xmlns:a="http://schemas.openxmlformats.org/drawingml/2006/main">
            <a:off x="400050" y="4762500"/>
            <a:ext cx="1828800" cy="990600"/>
          </a:xfrm>
          <a:prstGeom xmlns:a="http://schemas.openxmlformats.org/drawingml/2006/main" prst="roundRect">
            <a:avLst>
              <a:gd name="adj" fmla="val 5769"/>
            </a:avLst>
          </a:prstGeom>
          <a:solidFill xmlns:a="http://schemas.openxmlformats.org/drawingml/2006/main">
            <a:srgbClr val="FFFFFF"/>
          </a:solidFill>
          <a:ln xmlns:a="http://schemas.openxmlformats.org/drawingml/2006/main" w="14288">
            <a:solidFill>
              <a:srgbClr val="9D1116"/>
            </a:solidFill>
            <a:prstDash val="solid"/>
          </a:ln>
        </p:spPr>
        <p:txBody>
          <a:bodyPr xmlns:a="http://schemas.openxmlformats.org/drawingml/2006/main" anchor="ctr">
            <a:normAutofit fontScale="100000"/>
          </a:bodyPr>
          <a:lstStyle xmlns:a="http://schemas.openxmlformats.org/drawingml/2006/main">
            <a:defPPr algn="ctr">
              <a:defRPr sz="1425" b="1">
                <a:solidFill>
                  <a:srgbClr val="404040"/>
                </a:solidFill>
                <a:latin typeface="Arial"/>
                <a:ea typeface="Arial"/>
                <a:cs typeface="Arial"/>
              </a:defRPr>
            </a:defPPr>
          </a:lstStyle>
          <a:p xmlns:a="http://schemas.openxmlformats.org/drawingml/2006/main">
            <a:pPr algn="ctr">
              <a:defRPr sz="1425" b="1">
                <a:solidFill>
                  <a:srgbClr val="404040"/>
                </a:solidFill>
                <a:latin typeface="Arial"/>
                <a:ea typeface="Arial"/>
                <a:cs typeface="Arial"/>
              </a:defRPr>
            </a:pPr>
            <a:r>
              <a:rPr sz="1425" b="1">
                <a:solidFill>
                  <a:srgbClr val="404040"/>
                </a:solidFill>
                <a:latin typeface="Arial"/>
                <a:ea typeface="Arial"/>
                <a:cs typeface="Arial"/>
              </a:rPr>
              <a:t>Video or</a:t>
            </a:r>
          </a:p>
          <a:p xmlns:a="http://schemas.openxmlformats.org/drawingml/2006/main">
            <a:pPr algn="ctr">
              <a:defRPr sz="1425" b="1">
                <a:solidFill>
                  <a:srgbClr val="404040"/>
                </a:solidFill>
                <a:latin typeface="Arial"/>
                <a:ea typeface="Arial"/>
                <a:cs typeface="Arial"/>
              </a:defRPr>
            </a:pPr>
            <a:r>
              <a:rPr sz="1425" b="1">
                <a:solidFill>
                  <a:srgbClr val="404040"/>
                </a:solidFill>
                <a:latin typeface="Arial"/>
                <a:ea typeface="Arial"/>
                <a:cs typeface="Arial"/>
              </a:rPr>
              <a:t>camera stream</a:t>
            </a:r>
          </a:p>
        </p:txBody>
      </p:sp>
      <p:sp>
        <p:nvSpPr>
          <p:cNvPr id="11" name="Workflow YOLOv8m → ByteTrack → rules">
            <a:extLst xmlns:a="http://schemas.openxmlformats.org/drawingml/2006/main">
              <a:ext uri="{FF2B5EF4-FFF2-40B4-BE49-F238E27FC236}">
                <a16:creationId xmlns:a16="http://schemas.microsoft.com/office/drawing/2014/main" id="{6FB4838F-317D-4806-A98A-3B56B4BA1234}"/>
              </a:ext>
            </a:extLst>
          </p:cNvPr>
          <p:cNvSpPr>
            <a:spLocks xmlns:a="http://schemas.openxmlformats.org/drawingml/2006/main" noGrp="1"/>
          </p:cNvSpPr>
          <p:nvPr/>
        </p:nvSpPr>
        <p:spPr>
          <a:xfrm xmlns:a="http://schemas.openxmlformats.org/drawingml/2006/main">
            <a:off x="2571750" y="4762500"/>
            <a:ext cx="1828800" cy="990600"/>
          </a:xfrm>
          <a:prstGeom xmlns:a="http://schemas.openxmlformats.org/drawingml/2006/main" prst="roundRect">
            <a:avLst>
              <a:gd name="adj" fmla="val 5769"/>
            </a:avLst>
          </a:prstGeom>
          <a:solidFill xmlns:a="http://schemas.openxmlformats.org/drawingml/2006/main">
            <a:srgbClr val="FFFFFF"/>
          </a:solidFill>
          <a:ln xmlns:a="http://schemas.openxmlformats.org/drawingml/2006/main" w="14288">
            <a:solidFill>
              <a:srgbClr val="9D1116"/>
            </a:solidFill>
            <a:prstDash val="solid"/>
          </a:ln>
        </p:spPr>
        <p:txBody>
          <a:bodyPr xmlns:a="http://schemas.openxmlformats.org/drawingml/2006/main" anchor="ctr">
            <a:normAutofit fontScale="100000"/>
          </a:bodyPr>
          <a:lstStyle xmlns:a="http://schemas.openxmlformats.org/drawingml/2006/main">
            <a:defPPr algn="ctr">
              <a:defRPr sz="1425" b="1">
                <a:solidFill>
                  <a:srgbClr val="404040"/>
                </a:solidFill>
                <a:latin typeface="Arial"/>
                <a:ea typeface="Arial"/>
                <a:cs typeface="Arial"/>
              </a:defRPr>
            </a:defPPr>
          </a:lstStyle>
          <a:p xmlns:a="http://schemas.openxmlformats.org/drawingml/2006/main">
            <a:pPr algn="ctr">
              <a:defRPr sz="1425" b="1">
                <a:solidFill>
                  <a:srgbClr val="404040"/>
                </a:solidFill>
                <a:latin typeface="Arial"/>
                <a:ea typeface="Arial"/>
                <a:cs typeface="Arial"/>
              </a:defRPr>
            </a:pPr>
            <a:r>
              <a:rPr sz="1425" b="1">
                <a:solidFill>
                  <a:srgbClr val="404040"/>
                </a:solidFill>
                <a:latin typeface="Arial"/>
                <a:ea typeface="Arial"/>
                <a:cs typeface="Arial"/>
              </a:rPr>
              <a:t>YOLOv8m →</a:t>
            </a:r>
          </a:p>
          <a:p xmlns:a="http://schemas.openxmlformats.org/drawingml/2006/main">
            <a:pPr algn="ctr">
              <a:defRPr sz="1425" b="1">
                <a:solidFill>
                  <a:srgbClr val="404040"/>
                </a:solidFill>
                <a:latin typeface="Arial"/>
                <a:ea typeface="Arial"/>
                <a:cs typeface="Arial"/>
              </a:defRPr>
            </a:pPr>
            <a:r>
              <a:rPr sz="1425" b="1">
                <a:solidFill>
                  <a:srgbClr val="404040"/>
                </a:solidFill>
                <a:latin typeface="Arial"/>
                <a:ea typeface="Arial"/>
                <a:cs typeface="Arial"/>
              </a:rPr>
              <a:t>ByteTrack → rules</a:t>
            </a:r>
          </a:p>
        </p:txBody>
      </p:sp>
      <p:sp>
        <p:nvSpPr>
          <p:cNvPr id="12" name="Workflow Candidate evidence and human review">
            <a:extLst xmlns:a="http://schemas.openxmlformats.org/drawingml/2006/main">
              <a:ext uri="{FF2B5EF4-FFF2-40B4-BE49-F238E27FC236}">
                <a16:creationId xmlns:a16="http://schemas.microsoft.com/office/drawing/2014/main" id="{02739FD3-3A23-49B7-93AC-5499BB87BA03}"/>
              </a:ext>
            </a:extLst>
          </p:cNvPr>
          <p:cNvSpPr>
            <a:spLocks xmlns:a="http://schemas.openxmlformats.org/drawingml/2006/main" noGrp="1"/>
          </p:cNvSpPr>
          <p:nvPr/>
        </p:nvSpPr>
        <p:spPr>
          <a:xfrm xmlns:a="http://schemas.openxmlformats.org/drawingml/2006/main">
            <a:off x="4743450" y="4762500"/>
            <a:ext cx="1828800" cy="990600"/>
          </a:xfrm>
          <a:prstGeom xmlns:a="http://schemas.openxmlformats.org/drawingml/2006/main" prst="roundRect">
            <a:avLst>
              <a:gd name="adj" fmla="val 5769"/>
            </a:avLst>
          </a:prstGeom>
          <a:solidFill xmlns:a="http://schemas.openxmlformats.org/drawingml/2006/main">
            <a:srgbClr val="FFFFFF"/>
          </a:solidFill>
          <a:ln xmlns:a="http://schemas.openxmlformats.org/drawingml/2006/main" w="14288">
            <a:solidFill>
              <a:srgbClr val="9D1116"/>
            </a:solidFill>
            <a:prstDash val="solid"/>
          </a:ln>
        </p:spPr>
        <p:txBody>
          <a:bodyPr xmlns:a="http://schemas.openxmlformats.org/drawingml/2006/main" anchor="ctr">
            <a:normAutofit fontScale="100000"/>
          </a:bodyPr>
          <a:lstStyle xmlns:a="http://schemas.openxmlformats.org/drawingml/2006/main">
            <a:defPPr algn="ctr">
              <a:defRPr sz="1425" b="1">
                <a:solidFill>
                  <a:srgbClr val="404040"/>
                </a:solidFill>
                <a:latin typeface="Arial"/>
                <a:ea typeface="Arial"/>
                <a:cs typeface="Arial"/>
              </a:defRPr>
            </a:defPPr>
          </a:lstStyle>
          <a:p xmlns:a="http://schemas.openxmlformats.org/drawingml/2006/main">
            <a:pPr algn="ctr">
              <a:defRPr sz="1425" b="1">
                <a:solidFill>
                  <a:srgbClr val="404040"/>
                </a:solidFill>
                <a:latin typeface="Arial"/>
                <a:ea typeface="Arial"/>
                <a:cs typeface="Arial"/>
              </a:defRPr>
            </a:pPr>
            <a:r>
              <a:rPr sz="1425" b="1">
                <a:solidFill>
                  <a:srgbClr val="404040"/>
                </a:solidFill>
                <a:latin typeface="Arial"/>
                <a:ea typeface="Arial"/>
                <a:cs typeface="Arial"/>
              </a:rPr>
              <a:t>Candidate evidence</a:t>
            </a:r>
          </a:p>
          <a:p xmlns:a="http://schemas.openxmlformats.org/drawingml/2006/main">
            <a:pPr algn="ctr">
              <a:defRPr sz="1425" b="1">
                <a:solidFill>
                  <a:srgbClr val="404040"/>
                </a:solidFill>
                <a:latin typeface="Arial"/>
                <a:ea typeface="Arial"/>
                <a:cs typeface="Arial"/>
              </a:defRPr>
            </a:pPr>
            <a:r>
              <a:rPr sz="1425" b="1">
                <a:solidFill>
                  <a:srgbClr val="404040"/>
                </a:solidFill>
                <a:latin typeface="Arial"/>
                <a:ea typeface="Arial"/>
                <a:cs typeface="Arial"/>
              </a:rPr>
              <a:t>and human review</a:t>
            </a:r>
          </a:p>
        </p:txBody>
      </p:sp>
      <p:sp>
        <p:nvSpPr>
          <p:cNvPr id="13" name="Workflow Records and PDF / Excel reports">
            <a:extLst xmlns:a="http://schemas.openxmlformats.org/drawingml/2006/main">
              <a:ext uri="{FF2B5EF4-FFF2-40B4-BE49-F238E27FC236}">
                <a16:creationId xmlns:a16="http://schemas.microsoft.com/office/drawing/2014/main" id="{76704BB7-1654-4797-8D30-B3E043EE1A1C}"/>
              </a:ext>
            </a:extLst>
          </p:cNvPr>
          <p:cNvSpPr>
            <a:spLocks xmlns:a="http://schemas.openxmlformats.org/drawingml/2006/main" noGrp="1"/>
          </p:cNvSpPr>
          <p:nvPr/>
        </p:nvSpPr>
        <p:spPr>
          <a:xfrm xmlns:a="http://schemas.openxmlformats.org/drawingml/2006/main">
            <a:off x="6915150" y="4762500"/>
            <a:ext cx="1828800" cy="990600"/>
          </a:xfrm>
          <a:prstGeom xmlns:a="http://schemas.openxmlformats.org/drawingml/2006/main" prst="roundRect">
            <a:avLst>
              <a:gd name="adj" fmla="val 5769"/>
            </a:avLst>
          </a:prstGeom>
          <a:solidFill xmlns:a="http://schemas.openxmlformats.org/drawingml/2006/main">
            <a:srgbClr val="FFFFFF"/>
          </a:solidFill>
          <a:ln xmlns:a="http://schemas.openxmlformats.org/drawingml/2006/main" w="14288">
            <a:solidFill>
              <a:srgbClr val="9D1116"/>
            </a:solidFill>
            <a:prstDash val="solid"/>
          </a:ln>
        </p:spPr>
        <p:txBody>
          <a:bodyPr xmlns:a="http://schemas.openxmlformats.org/drawingml/2006/main" anchor="ctr">
            <a:normAutofit fontScale="100000"/>
          </a:bodyPr>
          <a:lstStyle xmlns:a="http://schemas.openxmlformats.org/drawingml/2006/main">
            <a:defPPr algn="ctr">
              <a:defRPr sz="1425" b="1">
                <a:solidFill>
                  <a:srgbClr val="404040"/>
                </a:solidFill>
                <a:latin typeface="Arial"/>
                <a:ea typeface="Arial"/>
                <a:cs typeface="Arial"/>
              </a:defRPr>
            </a:defPPr>
          </a:lstStyle>
          <a:p xmlns:a="http://schemas.openxmlformats.org/drawingml/2006/main">
            <a:pPr algn="ctr">
              <a:defRPr sz="1425" b="1">
                <a:solidFill>
                  <a:srgbClr val="404040"/>
                </a:solidFill>
                <a:latin typeface="Arial"/>
                <a:ea typeface="Arial"/>
                <a:cs typeface="Arial"/>
              </a:defRPr>
            </a:pPr>
            <a:r>
              <a:rPr sz="1425" b="1">
                <a:solidFill>
                  <a:srgbClr val="404040"/>
                </a:solidFill>
                <a:latin typeface="Arial"/>
                <a:ea typeface="Arial"/>
                <a:cs typeface="Arial"/>
              </a:rPr>
              <a:t>Records and</a:t>
            </a:r>
          </a:p>
          <a:p xmlns:a="http://schemas.openxmlformats.org/drawingml/2006/main">
            <a:pPr algn="ctr">
              <a:defRPr sz="1425" b="1">
                <a:solidFill>
                  <a:srgbClr val="404040"/>
                </a:solidFill>
                <a:latin typeface="Arial"/>
                <a:ea typeface="Arial"/>
                <a:cs typeface="Arial"/>
              </a:defRPr>
            </a:pPr>
            <a:r>
              <a:rPr sz="1425" b="1">
                <a:solidFill>
                  <a:srgbClr val="404040"/>
                </a:solidFill>
                <a:latin typeface="Arial"/>
                <a:ea typeface="Arial"/>
                <a:cs typeface="Arial"/>
              </a:rPr>
              <a:t>PDF / Excel reports</a:t>
            </a:r>
          </a:p>
        </p:txBody>
      </p:sp>
      <p:sp>
        <p:nvSpPr>
          <p:cNvPr id="14" name="Workflow arrow">
            <a:extLst xmlns:a="http://schemas.openxmlformats.org/drawingml/2006/main">
              <a:ext uri="{FF2B5EF4-FFF2-40B4-BE49-F238E27FC236}">
                <a16:creationId xmlns:a16="http://schemas.microsoft.com/office/drawing/2014/main" id="{A4710214-1A3D-4862-A7EF-4C47586B28D3}"/>
              </a:ext>
            </a:extLst>
          </p:cNvPr>
          <p:cNvSpPr>
            <a:spLocks xmlns:a="http://schemas.openxmlformats.org/drawingml/2006/main" noGrp="1"/>
          </p:cNvSpPr>
          <p:nvPr/>
        </p:nvSpPr>
        <p:spPr>
          <a:xfrm xmlns:a="http://schemas.openxmlformats.org/drawingml/2006/main">
            <a:off x="2266950" y="5038725"/>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41325"/>
          </a:bodyPr>
          <a:lstStyle xmlns:a="http://schemas.openxmlformats.org/drawingml/2006/main">
            <a:defPPr algn="ctr">
              <a:defRPr sz="1950" b="1">
                <a:solidFill>
                  <a:srgbClr val="9D1116"/>
                </a:solidFill>
                <a:latin typeface="Arial"/>
                <a:ea typeface="Arial"/>
                <a:cs typeface="Arial"/>
              </a:defRPr>
            </a:defPPr>
          </a:lstStyle>
          <a:p xmlns:a="http://schemas.openxmlformats.org/drawingml/2006/main">
            <a:pPr algn="ctr">
              <a:defRPr sz="1950" b="1">
                <a:solidFill>
                  <a:srgbClr val="9D1116"/>
                </a:solidFill>
                <a:latin typeface="Arial"/>
                <a:ea typeface="Arial"/>
                <a:cs typeface="Arial"/>
              </a:defRPr>
            </a:pPr>
            <a:r>
              <a:rPr sz="1950" b="1">
                <a:solidFill>
                  <a:srgbClr val="9D1116"/>
                </a:solidFill>
                <a:latin typeface="Arial"/>
                <a:ea typeface="Arial"/>
                <a:cs typeface="Arial"/>
              </a:rPr>
              <a:t>→</a:t>
            </a:r>
          </a:p>
        </p:txBody>
      </p:sp>
      <p:sp>
        <p:nvSpPr>
          <p:cNvPr id="15" name="Workflow arrow">
            <a:extLst xmlns:a="http://schemas.openxmlformats.org/drawingml/2006/main">
              <a:ext uri="{FF2B5EF4-FFF2-40B4-BE49-F238E27FC236}">
                <a16:creationId xmlns:a16="http://schemas.microsoft.com/office/drawing/2014/main" id="{0D2998CA-6526-463F-9F78-243671AF9CF4}"/>
              </a:ext>
            </a:extLst>
          </p:cNvPr>
          <p:cNvSpPr>
            <a:spLocks xmlns:a="http://schemas.openxmlformats.org/drawingml/2006/main" noGrp="1"/>
          </p:cNvSpPr>
          <p:nvPr/>
        </p:nvSpPr>
        <p:spPr>
          <a:xfrm xmlns:a="http://schemas.openxmlformats.org/drawingml/2006/main">
            <a:off x="4438650" y="5038725"/>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41325"/>
          </a:bodyPr>
          <a:lstStyle xmlns:a="http://schemas.openxmlformats.org/drawingml/2006/main">
            <a:defPPr algn="ctr">
              <a:defRPr sz="1950" b="1">
                <a:solidFill>
                  <a:srgbClr val="9D1116"/>
                </a:solidFill>
                <a:latin typeface="Arial"/>
                <a:ea typeface="Arial"/>
                <a:cs typeface="Arial"/>
              </a:defRPr>
            </a:defPPr>
          </a:lstStyle>
          <a:p xmlns:a="http://schemas.openxmlformats.org/drawingml/2006/main">
            <a:pPr algn="ctr">
              <a:defRPr sz="1950" b="1">
                <a:solidFill>
                  <a:srgbClr val="9D1116"/>
                </a:solidFill>
                <a:latin typeface="Arial"/>
                <a:ea typeface="Arial"/>
                <a:cs typeface="Arial"/>
              </a:defRPr>
            </a:pPr>
            <a:r>
              <a:rPr sz="1950" b="1">
                <a:solidFill>
                  <a:srgbClr val="9D1116"/>
                </a:solidFill>
                <a:latin typeface="Arial"/>
                <a:ea typeface="Arial"/>
                <a:cs typeface="Arial"/>
              </a:rPr>
              <a:t>→</a:t>
            </a:r>
          </a:p>
        </p:txBody>
      </p:sp>
      <p:sp>
        <p:nvSpPr>
          <p:cNvPr id="16" name="Workflow arrow">
            <a:extLst xmlns:a="http://schemas.openxmlformats.org/drawingml/2006/main">
              <a:ext uri="{FF2B5EF4-FFF2-40B4-BE49-F238E27FC236}">
                <a16:creationId xmlns:a16="http://schemas.microsoft.com/office/drawing/2014/main" id="{374B47BA-459D-4617-BCC4-A42C872A77FC}"/>
              </a:ext>
            </a:extLst>
          </p:cNvPr>
          <p:cNvSpPr>
            <a:spLocks xmlns:a="http://schemas.openxmlformats.org/drawingml/2006/main" noGrp="1"/>
          </p:cNvSpPr>
          <p:nvPr/>
        </p:nvSpPr>
        <p:spPr>
          <a:xfrm xmlns:a="http://schemas.openxmlformats.org/drawingml/2006/main">
            <a:off x="6610350" y="5038725"/>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41325"/>
          </a:bodyPr>
          <a:lstStyle xmlns:a="http://schemas.openxmlformats.org/drawingml/2006/main">
            <a:defPPr algn="ctr">
              <a:defRPr sz="1950" b="1">
                <a:solidFill>
                  <a:srgbClr val="9D1116"/>
                </a:solidFill>
                <a:latin typeface="Arial"/>
                <a:ea typeface="Arial"/>
                <a:cs typeface="Arial"/>
              </a:defRPr>
            </a:defPPr>
          </a:lstStyle>
          <a:p xmlns:a="http://schemas.openxmlformats.org/drawingml/2006/main">
            <a:pPr algn="ctr">
              <a:defRPr sz="1950" b="1">
                <a:solidFill>
                  <a:srgbClr val="9D1116"/>
                </a:solidFill>
                <a:latin typeface="Arial"/>
                <a:ea typeface="Arial"/>
                <a:cs typeface="Arial"/>
              </a:defRPr>
            </a:pPr>
            <a:r>
              <a:rPr sz="1950" b="1">
                <a:solidFill>
                  <a:srgbClr val="9D1116"/>
                </a:solidFill>
                <a:latin typeface="Arial"/>
                <a:ea typeface="Arial"/>
                <a:cs typeface="Arial"/>
              </a:rPr>
              <a:t>→</a:t>
            </a:r>
          </a:p>
        </p:txBody>
      </p:sp>
    </p:spTree>
    <p:extLst>
      <p:ext uri="{BB962C8B-B14F-4D97-AF65-F5344CB8AC3E}">
        <p14:creationId xmlns:p14="http://schemas.microsoft.com/office/powerpoint/2010/main" val="407542179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22033BF8-9FF8-31C1-2639-750643BF4370}"/>
              </a:ext>
            </a:extLst>
          </p:cNvPr>
          <p:cNvSpPr>
            <a:spLocks xmlns:a="http://schemas.openxmlformats.org/drawingml/2006/main" noGrp="1"/>
          </p:cNvSpPr>
          <p:nvPr>
            <p:ph idx="1"/>
          </p:nvPr>
        </p:nvSpPr>
        <p:spPr>
          <a:xfrm xmlns:a="http://schemas.openxmlformats.org/drawingml/2006/main">
            <a:off x="533400" y="1724025"/>
            <a:ext cx="8077200" cy="4552950"/>
          </a:xfrm>
        </p:spPr>
        <p:txBody>
          <a:bodyPr xmlns:a="http://schemas.openxmlformats.org/drawingml/2006/main">
            <a:normAutofit fontScale="100000"/>
          </a:bodyPr>
          <a:lstStyle xmlns:a="http://schemas.openxmlformats.org/drawingml/2006/main">
            <a:defPPr>
              <a:defRPr sz="1800">
                <a:solidFill>
                  <a:srgbClr val="262626"/>
                </a:solidFill>
                <a:latin typeface="Arial"/>
                <a:ea typeface="Arial"/>
                <a:cs typeface="Arial"/>
              </a:defRPr>
            </a:defPPr>
          </a:lstStyle>
          <a:p xmlns:a="http://schemas.openxmlformats.org/drawingml/2006/main">
            <a:pPr marL="228600" indent="-114300">
              <a:spcAft>
                <a:spcPts val="900"/>
              </a:spcAft>
              <a:buChar char="•"/>
              <a:defRPr sz="1800">
                <a:solidFill>
                  <a:srgbClr val="262626"/>
                </a:solidFill>
                <a:latin typeface="Arial"/>
                <a:ea typeface="Arial"/>
                <a:cs typeface="Arial"/>
              </a:defRPr>
            </a:pPr>
            <a:r>
              <a:rPr sz="1800">
                <a:solidFill>
                  <a:srgbClr val="262626"/>
                </a:solidFill>
                <a:latin typeface="Arial"/>
                <a:ea typeface="Arial"/>
                <a:cs typeface="Arial"/>
              </a:rPr>
              <a:t>The source implements a video-to-candidate workflow with detection, tracking, configured rules and human review.</a:t>
            </a:r>
          </a:p>
          <a:p xmlns:a="http://schemas.openxmlformats.org/drawingml/2006/main">
            <a:pPr marL="228600" indent="-114300">
              <a:spcAft>
                <a:spcPts val="900"/>
              </a:spcAft>
              <a:buChar char="•"/>
              <a:defRPr sz="1800">
                <a:solidFill>
                  <a:srgbClr val="262626"/>
                </a:solidFill>
                <a:latin typeface="Arial"/>
                <a:ea typeface="Arial"/>
                <a:cs typeface="Arial"/>
              </a:defRPr>
            </a:pPr>
            <a:r>
              <a:rPr sz="1800">
                <a:solidFill>
                  <a:srgbClr val="262626"/>
                </a:solidFill>
                <a:latin typeface="Arial"/>
                <a:ea typeface="Arial"/>
                <a:cs typeface="Arial"/>
              </a:rPr>
              <a:t>The canonical roster has 12 types: 4 marked implemented and 8 partial.</a:t>
            </a:r>
          </a:p>
          <a:p xmlns:a="http://schemas.openxmlformats.org/drawingml/2006/main">
            <a:pPr marL="228600" indent="-114300">
              <a:spcAft>
                <a:spcPts val="900"/>
              </a:spcAft>
              <a:buChar char="•"/>
              <a:defRPr sz="1800">
                <a:solidFill>
                  <a:srgbClr val="262626"/>
                </a:solidFill>
                <a:latin typeface="Arial"/>
                <a:ea typeface="Arial"/>
                <a:cs typeface="Arial"/>
              </a:defRPr>
            </a:pPr>
            <a:r>
              <a:rPr sz="1800">
                <a:solidFill>
                  <a:srgbClr val="262626"/>
                </a:solidFill>
                <a:latin typeface="Arial"/>
                <a:ea typeface="Arial"/>
                <a:cs typeface="Arial"/>
              </a:rPr>
              <a:t>The available pilot is validation on a provisional derivative; held-out test performance remains unverified.</a:t>
            </a:r>
          </a:p>
        </p:txBody>
      </p:sp>
      <p:sp>
        <p:nvSpPr>
          <p:cNvPr id="4" name="Slide Number Placeholder 3">
            <a:extLst xmlns:a="http://schemas.openxmlformats.org/drawingml/2006/main">
              <a:ext uri="{FF2B5EF4-FFF2-40B4-BE49-F238E27FC236}">
                <a16:creationId xmlns:a16="http://schemas.microsoft.com/office/drawing/2014/main" id="{448B9E8F-BEDB-8270-67BB-0E68B7686D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13</a:t>
            </a:fld>
            <a:endParaRPr/>
          </a:p>
        </p:txBody>
      </p:sp>
      <p:sp>
        <p:nvSpPr>
          <p:cNvPr id="5" name="Title 4">
            <a:extLst xmlns:a="http://schemas.openxmlformats.org/drawingml/2006/main">
              <a:ext uri="{FF2B5EF4-FFF2-40B4-BE49-F238E27FC236}">
                <a16:creationId xmlns:a16="http://schemas.microsoft.com/office/drawing/2014/main" id="{B8EB3F26-474B-C679-6F11-A99A22AA42A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Conclusions</a:t>
            </a:r>
            <a:endParaRPr/>
          </a:p>
        </p:txBody>
      </p:sp>
    </p:spTree>
    <p:extLst>
      <p:ext uri="{BB962C8B-B14F-4D97-AF65-F5344CB8AC3E}">
        <p14:creationId xmlns:p14="http://schemas.microsoft.com/office/powerpoint/2010/main" val="321030436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4F06044D-9BDE-8113-47CA-C9E4284A5AC7}"/>
              </a:ext>
            </a:extLst>
          </p:cNvPr>
          <p:cNvSpPr>
            <a:spLocks xmlns:a="http://schemas.openxmlformats.org/drawingml/2006/main" noGrp="1"/>
          </p:cNvSpPr>
          <p:nvPr>
            <p:ph idx="1"/>
          </p:nvPr>
        </p:nvSpPr>
        <p:spPr>
          <a:xfrm xmlns:a="http://schemas.openxmlformats.org/drawingml/2006/main">
            <a:off x="533400" y="1695450"/>
            <a:ext cx="8077200" cy="4619625"/>
          </a:xfrm>
        </p:spPr>
        <p:txBody>
          <a:bodyPr xmlns:a="http://schemas.openxmlformats.org/drawingml/2006/main">
            <a:normAutofit fontScale="100000"/>
          </a:bodyPr>
          <a:lstStyle xmlns:a="http://schemas.openxmlformats.org/drawingml/2006/main">
            <a:defPPr>
              <a:defRPr sz="1725">
                <a:solidFill>
                  <a:srgbClr val="262626"/>
                </a:solidFill>
                <a:latin typeface="Arial"/>
                <a:ea typeface="Arial"/>
                <a:cs typeface="Arial"/>
              </a:defRPr>
            </a:defPPr>
          </a:lstStyle>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Confirm the approved title, names, problem statement and objectives before presenting.</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Complete provenance and label review, then evaluate on a genuinely unseen authorized test set.</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Recheck partial rules and event correction/fusion with documented scenarios.</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Prepare permitted system screenshots and rehearse the authorized review and report path.</a:t>
            </a:r>
          </a:p>
        </p:txBody>
      </p:sp>
      <p:sp>
        <p:nvSpPr>
          <p:cNvPr id="4" name="Slide Number Placeholder 3">
            <a:extLst xmlns:a="http://schemas.openxmlformats.org/drawingml/2006/main">
              <a:ext uri="{FF2B5EF4-FFF2-40B4-BE49-F238E27FC236}">
                <a16:creationId xmlns:a16="http://schemas.microsoft.com/office/drawing/2014/main" id="{DA94798F-69BB-7DE6-E082-DB9C8ADCBFC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14</a:t>
            </a:fld>
            <a:endParaRPr/>
          </a:p>
        </p:txBody>
      </p:sp>
      <p:sp>
        <p:nvSpPr>
          <p:cNvPr id="5" name="Title 4">
            <a:extLst xmlns:a="http://schemas.openxmlformats.org/drawingml/2006/main">
              <a:ext uri="{FF2B5EF4-FFF2-40B4-BE49-F238E27FC236}">
                <a16:creationId xmlns:a16="http://schemas.microsoft.com/office/drawing/2014/main" id="{CD65FEF5-E35B-D9E1-8B26-F1596F32C7E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Recommendations</a:t>
            </a:r>
            <a:endParaRPr/>
          </a:p>
        </p:txBody>
      </p:sp>
    </p:spTree>
    <p:extLst>
      <p:ext uri="{BB962C8B-B14F-4D97-AF65-F5344CB8AC3E}">
        <p14:creationId xmlns:p14="http://schemas.microsoft.com/office/powerpoint/2010/main" val="21266609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4" name="Slide Number Placeholder 3">
            <a:extLst xmlns:a="http://schemas.openxmlformats.org/drawingml/2006/main">
              <a:ext uri="{FF2B5EF4-FFF2-40B4-BE49-F238E27FC236}">
                <a16:creationId xmlns:a16="http://schemas.microsoft.com/office/drawing/2014/main" id="{199FA5C2-B44C-3ACD-2B38-A092042770E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15</a:t>
            </a:fld>
            <a:endParaRPr/>
          </a:p>
        </p:txBody>
      </p:sp>
      <p:sp>
        <p:nvSpPr>
          <p:cNvPr id="5" name="Title 4">
            <a:extLst xmlns:a="http://schemas.openxmlformats.org/drawingml/2006/main">
              <a:ext uri="{FF2B5EF4-FFF2-40B4-BE49-F238E27FC236}">
                <a16:creationId xmlns:a16="http://schemas.microsoft.com/office/drawing/2014/main" id="{51C7B06F-9910-6C00-AA59-43D91AA891A4}"/>
              </a:ext>
            </a:extLst>
          </p:cNvPr>
          <p:cNvSpPr>
            <a:spLocks xmlns:a="http://schemas.openxmlformats.org/drawingml/2006/main" noGrp="1"/>
          </p:cNvSpPr>
          <p:nvPr>
            <p:ph type="title" idx="0"/>
          </p:nvPr>
        </p:nvSpPr>
        <p:spPr>
          <a:xfrm xmlns:a="http://schemas.openxmlformats.org/drawingml/2006/main">
            <a:off x="457200" y="2773362"/>
            <a:ext cx="8229600" cy="655638"/>
          </a:xfrm>
        </p:spPr>
        <p:txBody>
          <a:bodyPr xmlns:a="http://schemas.openxmlformats.org/drawingml/2006/main"/>
          <a:lstStyle xmlns:a="http://schemas.openxmlformats.org/drawingml/2006/main"/>
          <a:p xmlns:a="http://schemas.openxmlformats.org/drawingml/2006/main">
            <a:pPr algn="ctr">
              <a:buNone/>
            </a:pPr>
            <a:r>
              <a:t>Demo</a:t>
            </a:r>
            <a:endParaRPr/>
          </a:p>
        </p:txBody>
      </p:sp>
      <p:sp>
        <p:nvSpPr>
          <p:cNvPr id="6" name="Demo draft status">
            <a:extLst xmlns:a="http://schemas.openxmlformats.org/drawingml/2006/main">
              <a:ext uri="{FF2B5EF4-FFF2-40B4-BE49-F238E27FC236}">
                <a16:creationId xmlns:a16="http://schemas.microsoft.com/office/drawing/2014/main" id="{3228A6D4-4176-41FF-985D-6270FAD11A16}"/>
              </a:ext>
            </a:extLst>
          </p:cNvPr>
          <p:cNvSpPr>
            <a:spLocks xmlns:a="http://schemas.openxmlformats.org/drawingml/2006/main" noGrp="1"/>
          </p:cNvSpPr>
          <p:nvPr/>
        </p:nvSpPr>
        <p:spPr>
          <a:xfrm xmlns:a="http://schemas.openxmlformats.org/drawingml/2006/main">
            <a:off x="876300" y="3381375"/>
            <a:ext cx="7391400" cy="2428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950">
                <a:solidFill>
                  <a:srgbClr val="404040"/>
                </a:solidFill>
                <a:latin typeface="Arial"/>
                <a:ea typeface="Arial"/>
                <a:cs typeface="Arial"/>
              </a:defRPr>
            </a:defPPr>
          </a:lstStyle>
          <a:p xmlns:a="http://schemas.openxmlformats.org/drawingml/2006/main">
            <a:pPr algn="ctr">
              <a:defRPr sz="1950">
                <a:solidFill>
                  <a:srgbClr val="404040"/>
                </a:solidFill>
                <a:latin typeface="Arial"/>
                <a:ea typeface="Arial"/>
                <a:cs typeface="Arial"/>
              </a:defRPr>
            </a:pPr>
            <a:r>
              <a:rPr sz="1950">
                <a:solidFill>
                  <a:srgbClr val="404040"/>
                </a:solidFill>
                <a:latin typeface="Arial"/>
                <a:ea typeface="Arial"/>
                <a:cs typeface="Arial"/>
              </a:rPr>
              <a:t>Live demonstration not included in this draft.</a:t>
            </a:r>
          </a:p>
          <a:p xmlns:a="http://schemas.openxmlformats.org/drawingml/2006/main">
            <a:r>
              <a:t/>
            </a:r>
          </a:p>
          <a:p xmlns:a="http://schemas.openxmlformats.org/drawingml/2006/main">
            <a:pPr algn="ctr">
              <a:defRPr sz="1950">
                <a:solidFill>
                  <a:srgbClr val="404040"/>
                </a:solidFill>
                <a:latin typeface="Arial"/>
                <a:ea typeface="Arial"/>
                <a:cs typeface="Arial"/>
              </a:defRPr>
            </a:pPr>
            <a:r>
              <a:rPr sz="1950">
                <a:solidFill>
                  <a:srgbClr val="404040"/>
                </a:solidFill>
                <a:latin typeface="Arial"/>
                <a:ea typeface="Arial"/>
                <a:cs typeface="Arial"/>
              </a:rPr>
              <a:t>Before the defense, prepare an authorized demo account, approved video, review example and PDF or Excel report.</a:t>
            </a:r>
          </a:p>
          <a:p xmlns:a="http://schemas.openxmlformats.org/drawingml/2006/main">
            <a:r>
              <a:t/>
            </a:r>
          </a:p>
          <a:p xmlns:a="http://schemas.openxmlformats.org/drawingml/2006/main">
            <a:pPr algn="ctr">
              <a:defRPr sz="1950">
                <a:solidFill>
                  <a:srgbClr val="404040"/>
                </a:solidFill>
                <a:latin typeface="Arial"/>
                <a:ea typeface="Arial"/>
                <a:cs typeface="Arial"/>
              </a:defRPr>
            </a:pPr>
            <a:r>
              <a:rPr sz="1950">
                <a:solidFill>
                  <a:srgbClr val="404040"/>
                </a:solidFill>
                <a:latin typeface="Arial"/>
                <a:ea typeface="Arial"/>
                <a:cs typeface="Arial"/>
              </a:rPr>
              <a:t>No application session was available to verify this flow.</a:t>
            </a:r>
          </a:p>
        </p:txBody>
      </p:sp>
    </p:spTree>
    <p:extLst>
      <p:ext uri="{BB962C8B-B14F-4D97-AF65-F5344CB8AC3E}">
        <p14:creationId xmlns:p14="http://schemas.microsoft.com/office/powerpoint/2010/main" val="1049746391"/>
      </p:ext>
    </p:extLst>
  </p:cSld>
</p:sld>
</file>

<file path=ppt/theme/theme1.xml><?xml version="1.0" encoding="utf-8"?>
<a:theme xmlns:a="http://schemas.openxmlformats.org/drawingml/2006/main" name="WMSU Template">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quit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2026-10-13T18:10:46.1910000Z</dcterms:created>
  <dcterms:modified xsi:type="dcterms:W3CDTF">2026-10-13T18:10:46.1910000Z</dcterms:modified>
</coreProperties>
</file>